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43144-8EFE-7BCB-B1BE-EB254389A5BC}" v="151" dt="2026-07-10T01:55:08.311"/>
    <p1510:client id="{D614AF2C-2FAF-B530-81B4-9866C85D8C68}" v="286" dt="2026-07-10T01:32:43.986"/>
    <p1510:client id="{FB09D32B-31A2-4D09-B2BC-EB28D396940D}" v="6" dt="2026-07-10T12:29:13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an Alves Balista" userId="79d30274-73c4-4977-a616-36b241ee8db8" providerId="ADAL" clId="{9840A8E4-27C8-46A6-AEC0-78BC1424A220}"/>
    <pc:docChg chg="custSel modSld">
      <pc:chgData name="Ridan Alves Balista" userId="79d30274-73c4-4977-a616-36b241ee8db8" providerId="ADAL" clId="{9840A8E4-27C8-46A6-AEC0-78BC1424A220}" dt="2026-07-09T11:24:47.329" v="666" actId="20577"/>
      <pc:docMkLst>
        <pc:docMk/>
      </pc:docMkLst>
      <pc:sldChg chg="addSp delSp modSp mod">
        <pc:chgData name="Ridan Alves Balista" userId="79d30274-73c4-4977-a616-36b241ee8db8" providerId="ADAL" clId="{9840A8E4-27C8-46A6-AEC0-78BC1424A220}" dt="2026-07-09T11:00:29.630" v="491" actId="478"/>
        <pc:sldMkLst>
          <pc:docMk/>
          <pc:sldMk cId="3321408691" sldId="256"/>
        </pc:sldMkLst>
        <pc:spChg chg="add del mod">
          <ac:chgData name="Ridan Alves Balista" userId="79d30274-73c4-4977-a616-36b241ee8db8" providerId="ADAL" clId="{9840A8E4-27C8-46A6-AEC0-78BC1424A220}" dt="2026-07-09T11:00:29.630" v="491" actId="478"/>
          <ac:spMkLst>
            <pc:docMk/>
            <pc:sldMk cId="3321408691" sldId="256"/>
            <ac:spMk id="2" creationId="{71466AD3-15E0-A7F6-917F-4BDCB863CA9B}"/>
          </ac:spMkLst>
        </pc:spChg>
        <pc:spChg chg="mod">
          <ac:chgData name="Ridan Alves Balista" userId="79d30274-73c4-4977-a616-36b241ee8db8" providerId="ADAL" clId="{9840A8E4-27C8-46A6-AEC0-78BC1424A220}" dt="2026-07-09T10:48:57.641" v="484" actId="255"/>
          <ac:spMkLst>
            <pc:docMk/>
            <pc:sldMk cId="3321408691" sldId="256"/>
            <ac:spMk id="5" creationId="{06D6C7C3-0494-EC47-63A0-FB73D1A1D0E3}"/>
          </ac:spMkLst>
        </pc:spChg>
        <pc:spChg chg="mod">
          <ac:chgData name="Ridan Alves Balista" userId="79d30274-73c4-4977-a616-36b241ee8db8" providerId="ADAL" clId="{9840A8E4-27C8-46A6-AEC0-78BC1424A220}" dt="2026-07-09T10:53:07.410" v="486"/>
          <ac:spMkLst>
            <pc:docMk/>
            <pc:sldMk cId="3321408691" sldId="256"/>
            <ac:spMk id="11" creationId="{85CEAE03-C0F5-5578-9EA1-563A80B9441C}"/>
          </ac:spMkLst>
        </pc:spChg>
      </pc:sldChg>
      <pc:sldChg chg="modSp mod">
        <pc:chgData name="Ridan Alves Balista" userId="79d30274-73c4-4977-a616-36b241ee8db8" providerId="ADAL" clId="{9840A8E4-27C8-46A6-AEC0-78BC1424A220}" dt="2026-07-09T10:45:51.852" v="449" actId="20577"/>
        <pc:sldMkLst>
          <pc:docMk/>
          <pc:sldMk cId="2860084772" sldId="257"/>
        </pc:sldMkLst>
        <pc:spChg chg="mod">
          <ac:chgData name="Ridan Alves Balista" userId="79d30274-73c4-4977-a616-36b241ee8db8" providerId="ADAL" clId="{9840A8E4-27C8-46A6-AEC0-78BC1424A220}" dt="2026-07-09T10:45:51.852" v="449" actId="20577"/>
          <ac:spMkLst>
            <pc:docMk/>
            <pc:sldMk cId="2860084772" sldId="257"/>
            <ac:spMk id="6" creationId="{32E0772F-7B22-BEC0-9D41-28CBE31212A1}"/>
          </ac:spMkLst>
        </pc:spChg>
        <pc:spChg chg="mod">
          <ac:chgData name="Ridan Alves Balista" userId="79d30274-73c4-4977-a616-36b241ee8db8" providerId="ADAL" clId="{9840A8E4-27C8-46A6-AEC0-78BC1424A220}" dt="2026-07-09T10:44:08.640" v="375" actId="1076"/>
          <ac:spMkLst>
            <pc:docMk/>
            <pc:sldMk cId="2860084772" sldId="257"/>
            <ac:spMk id="16" creationId="{4AD38AAF-4F22-0D2A-2D22-5FB69D52DE89}"/>
          </ac:spMkLst>
        </pc:spChg>
      </pc:sldChg>
      <pc:sldChg chg="modSp mod">
        <pc:chgData name="Ridan Alves Balista" userId="79d30274-73c4-4977-a616-36b241ee8db8" providerId="ADAL" clId="{9840A8E4-27C8-46A6-AEC0-78BC1424A220}" dt="2026-07-09T11:24:47.329" v="666" actId="20577"/>
        <pc:sldMkLst>
          <pc:docMk/>
          <pc:sldMk cId="1320311735" sldId="258"/>
        </pc:sldMkLst>
        <pc:spChg chg="mod">
          <ac:chgData name="Ridan Alves Balista" userId="79d30274-73c4-4977-a616-36b241ee8db8" providerId="ADAL" clId="{9840A8E4-27C8-46A6-AEC0-78BC1424A220}" dt="2026-07-09T11:24:47.329" v="666" actId="20577"/>
          <ac:spMkLst>
            <pc:docMk/>
            <pc:sldMk cId="1320311735" sldId="258"/>
            <ac:spMk id="9" creationId="{6833C774-C984-165E-2E77-BF9CDB8902AB}"/>
          </ac:spMkLst>
        </pc:spChg>
      </pc:sldChg>
      <pc:sldChg chg="addSp modSp mod">
        <pc:chgData name="Ridan Alves Balista" userId="79d30274-73c4-4977-a616-36b241ee8db8" providerId="ADAL" clId="{9840A8E4-27C8-46A6-AEC0-78BC1424A220}" dt="2026-07-09T10:46:14.150" v="450" actId="1076"/>
        <pc:sldMkLst>
          <pc:docMk/>
          <pc:sldMk cId="2105618701" sldId="259"/>
        </pc:sldMkLst>
        <pc:spChg chg="add mod">
          <ac:chgData name="Ridan Alves Balista" userId="79d30274-73c4-4977-a616-36b241ee8db8" providerId="ADAL" clId="{9840A8E4-27C8-46A6-AEC0-78BC1424A220}" dt="2026-07-09T10:46:14.150" v="450" actId="1076"/>
          <ac:spMkLst>
            <pc:docMk/>
            <pc:sldMk cId="2105618701" sldId="259"/>
            <ac:spMk id="10" creationId="{9BCF3359-A9BC-0615-E8CB-F6A208CBAA8B}"/>
          </ac:spMkLst>
        </pc:spChg>
        <pc:picChg chg="add mod">
          <ac:chgData name="Ridan Alves Balista" userId="79d30274-73c4-4977-a616-36b241ee8db8" providerId="ADAL" clId="{9840A8E4-27C8-46A6-AEC0-78BC1424A220}" dt="2026-07-09T10:33:35.699" v="9" actId="1076"/>
          <ac:picMkLst>
            <pc:docMk/>
            <pc:sldMk cId="2105618701" sldId="259"/>
            <ac:picMk id="5" creationId="{5BCCB59E-196E-66FD-C690-AB760272F442}"/>
          </ac:picMkLst>
        </pc:picChg>
        <pc:picChg chg="add mod">
          <ac:chgData name="Ridan Alves Balista" userId="79d30274-73c4-4977-a616-36b241ee8db8" providerId="ADAL" clId="{9840A8E4-27C8-46A6-AEC0-78BC1424A220}" dt="2026-07-09T10:33:42.813" v="11" actId="1076"/>
          <ac:picMkLst>
            <pc:docMk/>
            <pc:sldMk cId="2105618701" sldId="259"/>
            <ac:picMk id="9" creationId="{A7AD9D03-5B0C-1839-0739-DCF8DB19295F}"/>
          </ac:picMkLst>
        </pc:picChg>
      </pc:sldChg>
    </pc:docChg>
  </pc:docChgLst>
  <pc:docChgLst>
    <pc:chgData name="Ridan Alves Balista" userId="79d30274-73c4-4977-a616-36b241ee8db8" providerId="ADAL" clId="{A696E203-E69E-41F6-8CB5-787342EE7228}"/>
    <pc:docChg chg="undo custSel addSld delSld modSld">
      <pc:chgData name="Ridan Alves Balista" userId="79d30274-73c4-4977-a616-36b241ee8db8" providerId="ADAL" clId="{A696E203-E69E-41F6-8CB5-787342EE7228}" dt="2026-07-10T16:26:08.920" v="3286" actId="1076"/>
      <pc:docMkLst>
        <pc:docMk/>
      </pc:docMkLst>
      <pc:sldChg chg="addSp delSp modSp mod">
        <pc:chgData name="Ridan Alves Balista" userId="79d30274-73c4-4977-a616-36b241ee8db8" providerId="ADAL" clId="{A696E203-E69E-41F6-8CB5-787342EE7228}" dt="2026-07-10T12:30:01.214" v="2426" actId="20577"/>
        <pc:sldMkLst>
          <pc:docMk/>
          <pc:sldMk cId="3321408691" sldId="256"/>
        </pc:sldMkLst>
        <pc:spChg chg="add mod">
          <ac:chgData name="Ridan Alves Balista" userId="79d30274-73c4-4977-a616-36b241ee8db8" providerId="ADAL" clId="{A696E203-E69E-41F6-8CB5-787342EE7228}" dt="2026-07-10T11:28:06.627" v="374" actId="14100"/>
          <ac:spMkLst>
            <pc:docMk/>
            <pc:sldMk cId="3321408691" sldId="256"/>
            <ac:spMk id="3" creationId="{CCB0D2F9-E652-CAC6-70A9-649609BC9261}"/>
          </ac:spMkLst>
        </pc:spChg>
        <pc:spChg chg="del">
          <ac:chgData name="Ridan Alves Balista" userId="79d30274-73c4-4977-a616-36b241ee8db8" providerId="ADAL" clId="{A696E203-E69E-41F6-8CB5-787342EE7228}" dt="2026-07-10T11:18:52.042" v="141" actId="478"/>
          <ac:spMkLst>
            <pc:docMk/>
            <pc:sldMk cId="3321408691" sldId="256"/>
            <ac:spMk id="4" creationId="{D6BDC2D9-BCEA-E4D1-6844-7AF32891762D}"/>
          </ac:spMkLst>
        </pc:spChg>
        <pc:spChg chg="del mod">
          <ac:chgData name="Ridan Alves Balista" userId="79d30274-73c4-4977-a616-36b241ee8db8" providerId="ADAL" clId="{A696E203-E69E-41F6-8CB5-787342EE7228}" dt="2026-07-10T11:18:44.786" v="140" actId="478"/>
          <ac:spMkLst>
            <pc:docMk/>
            <pc:sldMk cId="3321408691" sldId="256"/>
            <ac:spMk id="5" creationId="{06D6C7C3-0494-EC47-63A0-FB73D1A1D0E3}"/>
          </ac:spMkLst>
        </pc:spChg>
        <pc:spChg chg="mod ord">
          <ac:chgData name="Ridan Alves Balista" userId="79d30274-73c4-4977-a616-36b241ee8db8" providerId="ADAL" clId="{A696E203-E69E-41F6-8CB5-787342EE7228}" dt="2026-07-10T11:38:35.505" v="486" actId="6549"/>
          <ac:spMkLst>
            <pc:docMk/>
            <pc:sldMk cId="3321408691" sldId="256"/>
            <ac:spMk id="6" creationId="{00825C79-1036-3BB3-0A7D-63FBB2F248D8}"/>
          </ac:spMkLst>
        </pc:spChg>
        <pc:spChg chg="mod">
          <ac:chgData name="Ridan Alves Balista" userId="79d30274-73c4-4977-a616-36b241ee8db8" providerId="ADAL" clId="{A696E203-E69E-41F6-8CB5-787342EE7228}" dt="2026-07-10T11:19:12.240" v="145" actId="1076"/>
          <ac:spMkLst>
            <pc:docMk/>
            <pc:sldMk cId="3321408691" sldId="256"/>
            <ac:spMk id="11" creationId="{85CEAE03-C0F5-5578-9EA1-563A80B9441C}"/>
          </ac:spMkLst>
        </pc:spChg>
        <pc:spChg chg="mod">
          <ac:chgData name="Ridan Alves Balista" userId="79d30274-73c4-4977-a616-36b241ee8db8" providerId="ADAL" clId="{A696E203-E69E-41F6-8CB5-787342EE7228}" dt="2026-07-10T11:20:24.794" v="156" actId="14100"/>
          <ac:spMkLst>
            <pc:docMk/>
            <pc:sldMk cId="3321408691" sldId="256"/>
            <ac:spMk id="15" creationId="{43373939-CB9D-AFE6-5CF4-B2A015064464}"/>
          </ac:spMkLst>
        </pc:spChg>
        <pc:spChg chg="del">
          <ac:chgData name="Ridan Alves Balista" userId="79d30274-73c4-4977-a616-36b241ee8db8" providerId="ADAL" clId="{A696E203-E69E-41F6-8CB5-787342EE7228}" dt="2026-07-10T11:17:52.369" v="121" actId="21"/>
          <ac:spMkLst>
            <pc:docMk/>
            <pc:sldMk cId="3321408691" sldId="256"/>
            <ac:spMk id="17" creationId="{46498653-EDF0-B7E1-B8B5-42303F694DAA}"/>
          </ac:spMkLst>
        </pc:spChg>
        <pc:spChg chg="del">
          <ac:chgData name="Ridan Alves Balista" userId="79d30274-73c4-4977-a616-36b241ee8db8" providerId="ADAL" clId="{A696E203-E69E-41F6-8CB5-787342EE7228}" dt="2026-07-10T11:17:59" v="123" actId="21"/>
          <ac:spMkLst>
            <pc:docMk/>
            <pc:sldMk cId="3321408691" sldId="256"/>
            <ac:spMk id="23" creationId="{840E2634-13F6-A1E7-A5F1-4C493E53B6E3}"/>
          </ac:spMkLst>
        </pc:spChg>
        <pc:spChg chg="del mod">
          <ac:chgData name="Ridan Alves Balista" userId="79d30274-73c4-4977-a616-36b241ee8db8" providerId="ADAL" clId="{A696E203-E69E-41F6-8CB5-787342EE7228}" dt="2026-07-10T11:12:34.343" v="47" actId="478"/>
          <ac:spMkLst>
            <pc:docMk/>
            <pc:sldMk cId="3321408691" sldId="256"/>
            <ac:spMk id="25" creationId="{4727FBAF-76A9-44A1-28BB-8383D65F03CA}"/>
          </ac:spMkLst>
        </pc:spChg>
        <pc:spChg chg="mod">
          <ac:chgData name="Ridan Alves Balista" userId="79d30274-73c4-4977-a616-36b241ee8db8" providerId="ADAL" clId="{A696E203-E69E-41F6-8CB5-787342EE7228}" dt="2026-07-10T11:18:55.780" v="142" actId="1076"/>
          <ac:spMkLst>
            <pc:docMk/>
            <pc:sldMk cId="3321408691" sldId="256"/>
            <ac:spMk id="26" creationId="{68E8B854-D102-6192-696C-B7FC4EF21DE2}"/>
          </ac:spMkLst>
        </pc:spChg>
        <pc:spChg chg="del">
          <ac:chgData name="Ridan Alves Balista" userId="79d30274-73c4-4977-a616-36b241ee8db8" providerId="ADAL" clId="{A696E203-E69E-41F6-8CB5-787342EE7228}" dt="2026-07-10T11:14:43.109" v="92" actId="478"/>
          <ac:spMkLst>
            <pc:docMk/>
            <pc:sldMk cId="3321408691" sldId="256"/>
            <ac:spMk id="27" creationId="{7CCF7EAC-1025-F89B-7E17-548FC732AC67}"/>
          </ac:spMkLst>
        </pc:spChg>
        <pc:spChg chg="del">
          <ac:chgData name="Ridan Alves Balista" userId="79d30274-73c4-4977-a616-36b241ee8db8" providerId="ADAL" clId="{A696E203-E69E-41F6-8CB5-787342EE7228}" dt="2026-07-10T11:17:21.667" v="117" actId="478"/>
          <ac:spMkLst>
            <pc:docMk/>
            <pc:sldMk cId="3321408691" sldId="256"/>
            <ac:spMk id="28" creationId="{9DB3CB3F-3E50-8CC6-BE5B-25CA6A128BDB}"/>
          </ac:spMkLst>
        </pc:spChg>
        <pc:spChg chg="add mod">
          <ac:chgData name="Ridan Alves Balista" userId="79d30274-73c4-4977-a616-36b241ee8db8" providerId="ADAL" clId="{A696E203-E69E-41F6-8CB5-787342EE7228}" dt="2026-07-10T11:33:57.924" v="395" actId="1076"/>
          <ac:spMkLst>
            <pc:docMk/>
            <pc:sldMk cId="3321408691" sldId="256"/>
            <ac:spMk id="31" creationId="{736AF159-0D82-E9A7-BBC4-91B4F454CAA0}"/>
          </ac:spMkLst>
        </pc:spChg>
        <pc:spChg chg="add mod">
          <ac:chgData name="Ridan Alves Balista" userId="79d30274-73c4-4977-a616-36b241ee8db8" providerId="ADAL" clId="{A696E203-E69E-41F6-8CB5-787342EE7228}" dt="2026-07-10T11:34:11.744" v="412" actId="20577"/>
          <ac:spMkLst>
            <pc:docMk/>
            <pc:sldMk cId="3321408691" sldId="256"/>
            <ac:spMk id="33" creationId="{5EE1EDED-9EF9-8FFA-3282-1F42098BBA0F}"/>
          </ac:spMkLst>
        </pc:spChg>
        <pc:spChg chg="add del">
          <ac:chgData name="Ridan Alves Balista" userId="79d30274-73c4-4977-a616-36b241ee8db8" providerId="ADAL" clId="{A696E203-E69E-41F6-8CB5-787342EE7228}" dt="2026-07-10T11:35:48.263" v="419" actId="11529"/>
          <ac:spMkLst>
            <pc:docMk/>
            <pc:sldMk cId="3321408691" sldId="256"/>
            <ac:spMk id="36" creationId="{5853AF25-B414-71FA-60A3-AAAD38CDB541}"/>
          </ac:spMkLst>
        </pc:spChg>
        <pc:spChg chg="add del mod ord">
          <ac:chgData name="Ridan Alves Balista" userId="79d30274-73c4-4977-a616-36b241ee8db8" providerId="ADAL" clId="{A696E203-E69E-41F6-8CB5-787342EE7228}" dt="2026-07-10T11:36:32.703" v="423" actId="478"/>
          <ac:spMkLst>
            <pc:docMk/>
            <pc:sldMk cId="3321408691" sldId="256"/>
            <ac:spMk id="37" creationId="{3B5C2252-9228-006F-F604-851381683C84}"/>
          </ac:spMkLst>
        </pc:spChg>
        <pc:spChg chg="add mod">
          <ac:chgData name="Ridan Alves Balista" userId="79d30274-73c4-4977-a616-36b241ee8db8" providerId="ADAL" clId="{A696E203-E69E-41F6-8CB5-787342EE7228}" dt="2026-07-10T11:36:54.072" v="426" actId="13822"/>
          <ac:spMkLst>
            <pc:docMk/>
            <pc:sldMk cId="3321408691" sldId="256"/>
            <ac:spMk id="38" creationId="{795D6B55-7F2C-60C3-080E-9E66D788D8DE}"/>
          </ac:spMkLst>
        </pc:spChg>
        <pc:spChg chg="add mod">
          <ac:chgData name="Ridan Alves Balista" userId="79d30274-73c4-4977-a616-36b241ee8db8" providerId="ADAL" clId="{A696E203-E69E-41F6-8CB5-787342EE7228}" dt="2026-07-10T11:42:37.844" v="753" actId="20577"/>
          <ac:spMkLst>
            <pc:docMk/>
            <pc:sldMk cId="3321408691" sldId="256"/>
            <ac:spMk id="40" creationId="{5F5BA532-7AB6-12E6-E8D2-4BBB3356108E}"/>
          </ac:spMkLst>
        </pc:spChg>
        <pc:spChg chg="add mod">
          <ac:chgData name="Ridan Alves Balista" userId="79d30274-73c4-4977-a616-36b241ee8db8" providerId="ADAL" clId="{A696E203-E69E-41F6-8CB5-787342EE7228}" dt="2026-07-10T11:46:24.360" v="1063" actId="14100"/>
          <ac:spMkLst>
            <pc:docMk/>
            <pc:sldMk cId="3321408691" sldId="256"/>
            <ac:spMk id="42" creationId="{E5259816-CE96-852A-C61D-812E9D737627}"/>
          </ac:spMkLst>
        </pc:spChg>
        <pc:spChg chg="add mod">
          <ac:chgData name="Ridan Alves Balista" userId="79d30274-73c4-4977-a616-36b241ee8db8" providerId="ADAL" clId="{A696E203-E69E-41F6-8CB5-787342EE7228}" dt="2026-07-10T11:51:27.626" v="1213" actId="1076"/>
          <ac:spMkLst>
            <pc:docMk/>
            <pc:sldMk cId="3321408691" sldId="256"/>
            <ac:spMk id="44" creationId="{26224A23-E2CC-1A45-D725-97B1872EC333}"/>
          </ac:spMkLst>
        </pc:spChg>
        <pc:spChg chg="add mod">
          <ac:chgData name="Ridan Alves Balista" userId="79d30274-73c4-4977-a616-36b241ee8db8" providerId="ADAL" clId="{A696E203-E69E-41F6-8CB5-787342EE7228}" dt="2026-07-10T12:30:01.214" v="2426" actId="20577"/>
          <ac:spMkLst>
            <pc:docMk/>
            <pc:sldMk cId="3321408691" sldId="256"/>
            <ac:spMk id="48" creationId="{8F6590B2-750D-4220-DE32-40C60AEF333B}"/>
          </ac:spMkLst>
        </pc:spChg>
        <pc:picChg chg="mod">
          <ac:chgData name="Ridan Alves Balista" userId="79d30274-73c4-4977-a616-36b241ee8db8" providerId="ADAL" clId="{A696E203-E69E-41F6-8CB5-787342EE7228}" dt="2026-07-10T11:19:08.694" v="144" actId="1076"/>
          <ac:picMkLst>
            <pc:docMk/>
            <pc:sldMk cId="3321408691" sldId="256"/>
            <ac:picMk id="7" creationId="{0D2B940C-C102-DDA2-6AA3-0F372B72A7AB}"/>
          </ac:picMkLst>
        </pc:picChg>
        <pc:picChg chg="mod">
          <ac:chgData name="Ridan Alves Balista" userId="79d30274-73c4-4977-a616-36b241ee8db8" providerId="ADAL" clId="{A696E203-E69E-41F6-8CB5-787342EE7228}" dt="2026-07-10T11:19:08.694" v="144" actId="1076"/>
          <ac:picMkLst>
            <pc:docMk/>
            <pc:sldMk cId="3321408691" sldId="256"/>
            <ac:picMk id="8" creationId="{A3F9F848-2B58-0CD3-90F9-668E94828E17}"/>
          </ac:picMkLst>
        </pc:picChg>
        <pc:picChg chg="mod">
          <ac:chgData name="Ridan Alves Balista" userId="79d30274-73c4-4977-a616-36b241ee8db8" providerId="ADAL" clId="{A696E203-E69E-41F6-8CB5-787342EE7228}" dt="2026-07-10T11:19:08.694" v="144" actId="1076"/>
          <ac:picMkLst>
            <pc:docMk/>
            <pc:sldMk cId="3321408691" sldId="256"/>
            <ac:picMk id="9" creationId="{54B4F847-A9DF-E82E-E497-E54A2218A6F9}"/>
          </ac:picMkLst>
        </pc:picChg>
        <pc:picChg chg="mod">
          <ac:chgData name="Ridan Alves Balista" userId="79d30274-73c4-4977-a616-36b241ee8db8" providerId="ADAL" clId="{A696E203-E69E-41F6-8CB5-787342EE7228}" dt="2026-07-10T11:19:08.694" v="144" actId="1076"/>
          <ac:picMkLst>
            <pc:docMk/>
            <pc:sldMk cId="3321408691" sldId="256"/>
            <ac:picMk id="10" creationId="{DC71FBE0-4B52-7F41-D26D-B6C707CF9E24}"/>
          </ac:picMkLst>
        </pc:picChg>
        <pc:picChg chg="mod">
          <ac:chgData name="Ridan Alves Balista" userId="79d30274-73c4-4977-a616-36b241ee8db8" providerId="ADAL" clId="{A696E203-E69E-41F6-8CB5-787342EE7228}" dt="2026-07-10T11:19:21.862" v="147" actId="1076"/>
          <ac:picMkLst>
            <pc:docMk/>
            <pc:sldMk cId="3321408691" sldId="256"/>
            <ac:picMk id="12" creationId="{A768D765-E92C-3E61-8FD5-6BA61C9CA0D3}"/>
          </ac:picMkLst>
        </pc:picChg>
        <pc:picChg chg="mod">
          <ac:chgData name="Ridan Alves Balista" userId="79d30274-73c4-4977-a616-36b241ee8db8" providerId="ADAL" clId="{A696E203-E69E-41F6-8CB5-787342EE7228}" dt="2026-07-10T11:19:25.966" v="148" actId="1076"/>
          <ac:picMkLst>
            <pc:docMk/>
            <pc:sldMk cId="3321408691" sldId="256"/>
            <ac:picMk id="13" creationId="{B2978C15-A614-E8C2-E7B1-8A446C6B3D18}"/>
          </ac:picMkLst>
        </pc:picChg>
        <pc:picChg chg="mod">
          <ac:chgData name="Ridan Alves Balista" userId="79d30274-73c4-4977-a616-36b241ee8db8" providerId="ADAL" clId="{A696E203-E69E-41F6-8CB5-787342EE7228}" dt="2026-07-10T11:19:45.306" v="152" actId="14100"/>
          <ac:picMkLst>
            <pc:docMk/>
            <pc:sldMk cId="3321408691" sldId="256"/>
            <ac:picMk id="16" creationId="{B12975C5-6EFD-AC4C-0F6A-C882B5713B74}"/>
          </ac:picMkLst>
        </pc:picChg>
        <pc:picChg chg="mod">
          <ac:chgData name="Ridan Alves Balista" userId="79d30274-73c4-4977-a616-36b241ee8db8" providerId="ADAL" clId="{A696E203-E69E-41F6-8CB5-787342EE7228}" dt="2026-07-10T11:51:24.246" v="1212" actId="1076"/>
          <ac:picMkLst>
            <pc:docMk/>
            <pc:sldMk cId="3321408691" sldId="256"/>
            <ac:picMk id="18" creationId="{6B49FF0F-F6C9-EA6C-E703-172D8582634F}"/>
          </ac:picMkLst>
        </pc:picChg>
        <pc:picChg chg="mod">
          <ac:chgData name="Ridan Alves Balista" userId="79d30274-73c4-4977-a616-36b241ee8db8" providerId="ADAL" clId="{A696E203-E69E-41F6-8CB5-787342EE7228}" dt="2026-07-10T11:51:13.694" v="1211" actId="14100"/>
          <ac:picMkLst>
            <pc:docMk/>
            <pc:sldMk cId="3321408691" sldId="256"/>
            <ac:picMk id="19" creationId="{89F564C9-FD79-0C34-3F98-AFB88B1DB360}"/>
          </ac:picMkLst>
        </pc:picChg>
        <pc:picChg chg="mod">
          <ac:chgData name="Ridan Alves Balista" userId="79d30274-73c4-4977-a616-36b241ee8db8" providerId="ADAL" clId="{A696E203-E69E-41F6-8CB5-787342EE7228}" dt="2026-07-10T11:42:46.339" v="758" actId="1037"/>
          <ac:picMkLst>
            <pc:docMk/>
            <pc:sldMk cId="3321408691" sldId="256"/>
            <ac:picMk id="24" creationId="{84E74BB2-EA56-F49C-FB1E-97D87C2112CC}"/>
          </ac:picMkLst>
        </pc:picChg>
        <pc:picChg chg="add mod">
          <ac:chgData name="Ridan Alves Balista" userId="79d30274-73c4-4977-a616-36b241ee8db8" providerId="ADAL" clId="{A696E203-E69E-41F6-8CB5-787342EE7228}" dt="2026-07-10T11:28:17.609" v="376" actId="1076"/>
          <ac:picMkLst>
            <pc:docMk/>
            <pc:sldMk cId="3321408691" sldId="256"/>
            <ac:picMk id="29" creationId="{68DB8834-64E3-E64B-CAF0-7887F621C7F4}"/>
          </ac:picMkLst>
        </pc:picChg>
        <pc:picChg chg="add del mod">
          <ac:chgData name="Ridan Alves Balista" userId="79d30274-73c4-4977-a616-36b241ee8db8" providerId="ADAL" clId="{A696E203-E69E-41F6-8CB5-787342EE7228}" dt="2026-07-10T11:35:27.009" v="415" actId="21"/>
          <ac:picMkLst>
            <pc:docMk/>
            <pc:sldMk cId="3321408691" sldId="256"/>
            <ac:picMk id="35" creationId="{D7F7C3D8-4C67-3101-35BF-F56B7210A1EE}"/>
          </ac:picMkLst>
        </pc:picChg>
        <pc:picChg chg="add del mod">
          <ac:chgData name="Ridan Alves Balista" userId="79d30274-73c4-4977-a616-36b241ee8db8" providerId="ADAL" clId="{A696E203-E69E-41F6-8CB5-787342EE7228}" dt="2026-07-10T11:59:49.824" v="1247" actId="478"/>
          <ac:picMkLst>
            <pc:docMk/>
            <pc:sldMk cId="3321408691" sldId="256"/>
            <ac:picMk id="46" creationId="{826E38E3-2E13-0ABA-6923-DAC681BE121D}"/>
          </ac:picMkLst>
        </pc:picChg>
        <pc:inkChg chg="del">
          <ac:chgData name="Ridan Alves Balista" userId="79d30274-73c4-4977-a616-36b241ee8db8" providerId="ADAL" clId="{A696E203-E69E-41F6-8CB5-787342EE7228}" dt="2026-07-10T11:12:23.781" v="44" actId="478"/>
          <ac:inkMkLst>
            <pc:docMk/>
            <pc:sldMk cId="3321408691" sldId="256"/>
            <ac:inkMk id="20" creationId="{0C90D3BF-DC07-050D-98F1-E5B1A57BCF8E}"/>
          </ac:inkMkLst>
        </pc:inkChg>
        <pc:inkChg chg="del">
          <ac:chgData name="Ridan Alves Balista" userId="79d30274-73c4-4977-a616-36b241ee8db8" providerId="ADAL" clId="{A696E203-E69E-41F6-8CB5-787342EE7228}" dt="2026-07-10T11:12:24.643" v="45" actId="478"/>
          <ac:inkMkLst>
            <pc:docMk/>
            <pc:sldMk cId="3321408691" sldId="256"/>
            <ac:inkMk id="21" creationId="{1A793E53-9BC3-BC0D-96DC-6DABB90D35B7}"/>
          </ac:inkMkLst>
        </pc:inkChg>
        <pc:inkChg chg="del">
          <ac:chgData name="Ridan Alves Balista" userId="79d30274-73c4-4977-a616-36b241ee8db8" providerId="ADAL" clId="{A696E203-E69E-41F6-8CB5-787342EE7228}" dt="2026-07-10T11:12:25.508" v="46" actId="478"/>
          <ac:inkMkLst>
            <pc:docMk/>
            <pc:sldMk cId="3321408691" sldId="256"/>
            <ac:inkMk id="22" creationId="{6388D12A-4D2F-6D19-1821-987157302309}"/>
          </ac:inkMkLst>
        </pc:inkChg>
      </pc:sldChg>
      <pc:sldChg chg="addSp delSp modSp mod">
        <pc:chgData name="Ridan Alves Balista" userId="79d30274-73c4-4977-a616-36b241ee8db8" providerId="ADAL" clId="{A696E203-E69E-41F6-8CB5-787342EE7228}" dt="2026-07-10T12:12:46.001" v="2131" actId="21"/>
        <pc:sldMkLst>
          <pc:docMk/>
          <pc:sldMk cId="2860084772" sldId="257"/>
        </pc:sldMkLst>
        <pc:spChg chg="del">
          <ac:chgData name="Ridan Alves Balista" userId="79d30274-73c4-4977-a616-36b241ee8db8" providerId="ADAL" clId="{A696E203-E69E-41F6-8CB5-787342EE7228}" dt="2026-07-10T11:49:09.871" v="1208" actId="478"/>
          <ac:spMkLst>
            <pc:docMk/>
            <pc:sldMk cId="2860084772" sldId="257"/>
            <ac:spMk id="2" creationId="{DAB00A35-5E1C-679E-4520-1B74CAAC0177}"/>
          </ac:spMkLst>
        </pc:spChg>
        <pc:spChg chg="del">
          <ac:chgData name="Ridan Alves Balista" userId="79d30274-73c4-4977-a616-36b241ee8db8" providerId="ADAL" clId="{A696E203-E69E-41F6-8CB5-787342EE7228}" dt="2026-07-10T11:49:00.463" v="1203" actId="478"/>
          <ac:spMkLst>
            <pc:docMk/>
            <pc:sldMk cId="2860084772" sldId="257"/>
            <ac:spMk id="4" creationId="{1EBB5419-DA89-BD44-CF1C-4BB95C42F391}"/>
          </ac:spMkLst>
        </pc:spChg>
        <pc:spChg chg="mod">
          <ac:chgData name="Ridan Alves Balista" userId="79d30274-73c4-4977-a616-36b241ee8db8" providerId="ADAL" clId="{A696E203-E69E-41F6-8CB5-787342EE7228}" dt="2026-07-10T12:02:16.977" v="1318" actId="5793"/>
          <ac:spMkLst>
            <pc:docMk/>
            <pc:sldMk cId="2860084772" sldId="257"/>
            <ac:spMk id="6" creationId="{32E0772F-7B22-BEC0-9D41-28CBE31212A1}"/>
          </ac:spMkLst>
        </pc:spChg>
        <pc:spChg chg="add mod">
          <ac:chgData name="Ridan Alves Balista" userId="79d30274-73c4-4977-a616-36b241ee8db8" providerId="ADAL" clId="{A696E203-E69E-41F6-8CB5-787342EE7228}" dt="2026-07-10T12:02:03.195" v="1303" actId="1076"/>
          <ac:spMkLst>
            <pc:docMk/>
            <pc:sldMk cId="2860084772" sldId="257"/>
            <ac:spMk id="10" creationId="{279B1567-A1FB-21E2-FE56-F80BD0BA497E}"/>
          </ac:spMkLst>
        </pc:spChg>
        <pc:spChg chg="del">
          <ac:chgData name="Ridan Alves Balista" userId="79d30274-73c4-4977-a616-36b241ee8db8" providerId="ADAL" clId="{A696E203-E69E-41F6-8CB5-787342EE7228}" dt="2026-07-10T11:49:11.812" v="1209" actId="478"/>
          <ac:spMkLst>
            <pc:docMk/>
            <pc:sldMk cId="2860084772" sldId="257"/>
            <ac:spMk id="11" creationId="{51983B3B-674E-7DC1-918E-C8FDFD446CF2}"/>
          </ac:spMkLst>
        </pc:spChg>
        <pc:spChg chg="del">
          <ac:chgData name="Ridan Alves Balista" userId="79d30274-73c4-4977-a616-36b241ee8db8" providerId="ADAL" clId="{A696E203-E69E-41F6-8CB5-787342EE7228}" dt="2026-07-10T11:49:07.166" v="1206" actId="478"/>
          <ac:spMkLst>
            <pc:docMk/>
            <pc:sldMk cId="2860084772" sldId="257"/>
            <ac:spMk id="15" creationId="{CEEAD161-94FE-03D1-8566-30C5758A9DAA}"/>
          </ac:spMkLst>
        </pc:spChg>
        <pc:spChg chg="del">
          <ac:chgData name="Ridan Alves Balista" userId="79d30274-73c4-4977-a616-36b241ee8db8" providerId="ADAL" clId="{A696E203-E69E-41F6-8CB5-787342EE7228}" dt="2026-07-10T11:49:14.220" v="1210" actId="478"/>
          <ac:spMkLst>
            <pc:docMk/>
            <pc:sldMk cId="2860084772" sldId="257"/>
            <ac:spMk id="16" creationId="{4AD38AAF-4F22-0D2A-2D22-5FB69D52DE89}"/>
          </ac:spMkLst>
        </pc:spChg>
        <pc:spChg chg="del">
          <ac:chgData name="Ridan Alves Balista" userId="79d30274-73c4-4977-a616-36b241ee8db8" providerId="ADAL" clId="{A696E203-E69E-41F6-8CB5-787342EE7228}" dt="2026-07-10T12:06:06.001" v="1320" actId="478"/>
          <ac:spMkLst>
            <pc:docMk/>
            <pc:sldMk cId="2860084772" sldId="257"/>
            <ac:spMk id="17" creationId="{8F903A56-3467-9CDE-121F-5D0F495A2B1E}"/>
          </ac:spMkLst>
        </pc:spChg>
        <pc:spChg chg="add del mod">
          <ac:chgData name="Ridan Alves Balista" userId="79d30274-73c4-4977-a616-36b241ee8db8" providerId="ADAL" clId="{A696E203-E69E-41F6-8CB5-787342EE7228}" dt="2026-07-10T12:09:03.643" v="1680" actId="478"/>
          <ac:spMkLst>
            <pc:docMk/>
            <pc:sldMk cId="2860084772" sldId="257"/>
            <ac:spMk id="21" creationId="{EBE52308-9425-D3C0-40C8-B0075DFBE2D0}"/>
          </ac:spMkLst>
        </pc:spChg>
        <pc:spChg chg="add mod">
          <ac:chgData name="Ridan Alves Balista" userId="79d30274-73c4-4977-a616-36b241ee8db8" providerId="ADAL" clId="{A696E203-E69E-41F6-8CB5-787342EE7228}" dt="2026-07-10T12:12:19.764" v="2129" actId="20577"/>
          <ac:spMkLst>
            <pc:docMk/>
            <pc:sldMk cId="2860084772" sldId="257"/>
            <ac:spMk id="22" creationId="{C1F20BE3-A90F-EA16-8889-1AAA2AA7FE5D}"/>
          </ac:spMkLst>
        </pc:spChg>
        <pc:picChg chg="del">
          <ac:chgData name="Ridan Alves Balista" userId="79d30274-73c4-4977-a616-36b241ee8db8" providerId="ADAL" clId="{A696E203-E69E-41F6-8CB5-787342EE7228}" dt="2026-07-10T11:48:58.703" v="1202" actId="478"/>
          <ac:picMkLst>
            <pc:docMk/>
            <pc:sldMk cId="2860084772" sldId="257"/>
            <ac:picMk id="3" creationId="{C6F6DF73-CB03-42D4-D51A-2B6492C44CAB}"/>
          </ac:picMkLst>
        </pc:picChg>
        <pc:picChg chg="mod">
          <ac:chgData name="Ridan Alves Balista" userId="79d30274-73c4-4977-a616-36b241ee8db8" providerId="ADAL" clId="{A696E203-E69E-41F6-8CB5-787342EE7228}" dt="2026-07-10T12:01:05.277" v="1251" actId="14100"/>
          <ac:picMkLst>
            <pc:docMk/>
            <pc:sldMk cId="2860084772" sldId="257"/>
            <ac:picMk id="5" creationId="{5E429B56-F2D8-56F6-1AED-CF61510C04AF}"/>
          </ac:picMkLst>
        </pc:picChg>
        <pc:picChg chg="del mod">
          <ac:chgData name="Ridan Alves Balista" userId="79d30274-73c4-4977-a616-36b241ee8db8" providerId="ADAL" clId="{A696E203-E69E-41F6-8CB5-787342EE7228}" dt="2026-07-10T12:12:46.001" v="2131" actId="21"/>
          <ac:picMkLst>
            <pc:docMk/>
            <pc:sldMk cId="2860084772" sldId="257"/>
            <ac:picMk id="7" creationId="{B5752B4B-C08C-F402-8BD7-914C7AA30E03}"/>
          </ac:picMkLst>
        </pc:picChg>
        <pc:picChg chg="del">
          <ac:chgData name="Ridan Alves Balista" userId="79d30274-73c4-4977-a616-36b241ee8db8" providerId="ADAL" clId="{A696E203-E69E-41F6-8CB5-787342EE7228}" dt="2026-07-10T11:49:03.444" v="1204" actId="478"/>
          <ac:picMkLst>
            <pc:docMk/>
            <pc:sldMk cId="2860084772" sldId="257"/>
            <ac:picMk id="12" creationId="{B64F527A-61B8-65E5-EC97-D86603DFE7A2}"/>
          </ac:picMkLst>
        </pc:picChg>
        <pc:picChg chg="del">
          <ac:chgData name="Ridan Alves Balista" userId="79d30274-73c4-4977-a616-36b241ee8db8" providerId="ADAL" clId="{A696E203-E69E-41F6-8CB5-787342EE7228}" dt="2026-07-10T11:49:08.111" v="1207" actId="478"/>
          <ac:picMkLst>
            <pc:docMk/>
            <pc:sldMk cId="2860084772" sldId="257"/>
            <ac:picMk id="13" creationId="{D593B228-4228-6D74-E83F-03558595F5E8}"/>
          </ac:picMkLst>
        </pc:picChg>
        <pc:picChg chg="del">
          <ac:chgData name="Ridan Alves Balista" userId="79d30274-73c4-4977-a616-36b241ee8db8" providerId="ADAL" clId="{A696E203-E69E-41F6-8CB5-787342EE7228}" dt="2026-07-10T11:49:04.375" v="1205" actId="478"/>
          <ac:picMkLst>
            <pc:docMk/>
            <pc:sldMk cId="2860084772" sldId="257"/>
            <ac:picMk id="14" creationId="{902A3B5B-CDE9-0F81-B9C3-297E26F6F460}"/>
          </ac:picMkLst>
        </pc:picChg>
        <pc:picChg chg="add mod">
          <ac:chgData name="Ridan Alves Balista" userId="79d30274-73c4-4977-a616-36b241ee8db8" providerId="ADAL" clId="{A696E203-E69E-41F6-8CB5-787342EE7228}" dt="2026-07-10T12:12:24.102" v="2130" actId="1076"/>
          <ac:picMkLst>
            <pc:docMk/>
            <pc:sldMk cId="2860084772" sldId="257"/>
            <ac:picMk id="19" creationId="{3619EF94-6127-F62E-3F1C-295E36121998}"/>
          </ac:picMkLst>
        </pc:picChg>
      </pc:sldChg>
      <pc:sldChg chg="addSp delSp modSp mod">
        <pc:chgData name="Ridan Alves Balista" userId="79d30274-73c4-4977-a616-36b241ee8db8" providerId="ADAL" clId="{A696E203-E69E-41F6-8CB5-787342EE7228}" dt="2026-07-10T13:27:29.779" v="2739" actId="20577"/>
        <pc:sldMkLst>
          <pc:docMk/>
          <pc:sldMk cId="1320311735" sldId="258"/>
        </pc:sldMkLst>
        <pc:spChg chg="del">
          <ac:chgData name="Ridan Alves Balista" userId="79d30274-73c4-4977-a616-36b241ee8db8" providerId="ADAL" clId="{A696E203-E69E-41F6-8CB5-787342EE7228}" dt="2026-07-10T12:13:08.623" v="2136" actId="478"/>
          <ac:spMkLst>
            <pc:docMk/>
            <pc:sldMk cId="1320311735" sldId="258"/>
            <ac:spMk id="2" creationId="{8A366D0F-642F-589F-4F46-C16ADAB89A53}"/>
          </ac:spMkLst>
        </pc:spChg>
        <pc:spChg chg="mod">
          <ac:chgData name="Ridan Alves Balista" userId="79d30274-73c4-4977-a616-36b241ee8db8" providerId="ADAL" clId="{A696E203-E69E-41F6-8CB5-787342EE7228}" dt="2026-07-10T12:21:25.243" v="2239" actId="20577"/>
          <ac:spMkLst>
            <pc:docMk/>
            <pc:sldMk cId="1320311735" sldId="258"/>
            <ac:spMk id="4" creationId="{203E99A7-FC51-423A-B885-95F8BD99CDDF}"/>
          </ac:spMkLst>
        </pc:spChg>
        <pc:spChg chg="mod">
          <ac:chgData name="Ridan Alves Balista" userId="79d30274-73c4-4977-a616-36b241ee8db8" providerId="ADAL" clId="{A696E203-E69E-41F6-8CB5-787342EE7228}" dt="2026-07-10T12:22:34.178" v="2240" actId="1076"/>
          <ac:spMkLst>
            <pc:docMk/>
            <pc:sldMk cId="1320311735" sldId="258"/>
            <ac:spMk id="6" creationId="{86363C46-854C-07C3-6D9C-79CBADA0F8A9}"/>
          </ac:spMkLst>
        </pc:spChg>
        <pc:spChg chg="add mod">
          <ac:chgData name="Ridan Alves Balista" userId="79d30274-73c4-4977-a616-36b241ee8db8" providerId="ADAL" clId="{A696E203-E69E-41F6-8CB5-787342EE7228}" dt="2026-07-10T12:13:13.227" v="2137" actId="1076"/>
          <ac:spMkLst>
            <pc:docMk/>
            <pc:sldMk cId="1320311735" sldId="258"/>
            <ac:spMk id="7" creationId="{A1D8B996-3AAC-6CF2-028F-C8942932C980}"/>
          </ac:spMkLst>
        </pc:spChg>
        <pc:spChg chg="mod">
          <ac:chgData name="Ridan Alves Balista" userId="79d30274-73c4-4977-a616-36b241ee8db8" providerId="ADAL" clId="{A696E203-E69E-41F6-8CB5-787342EE7228}" dt="2026-07-10T13:27:29.779" v="2739" actId="20577"/>
          <ac:spMkLst>
            <pc:docMk/>
            <pc:sldMk cId="1320311735" sldId="258"/>
            <ac:spMk id="9" creationId="{6833C774-C984-165E-2E77-BF9CDB8902AB}"/>
          </ac:spMkLst>
        </pc:spChg>
        <pc:picChg chg="mod">
          <ac:chgData name="Ridan Alves Balista" userId="79d30274-73c4-4977-a616-36b241ee8db8" providerId="ADAL" clId="{A696E203-E69E-41F6-8CB5-787342EE7228}" dt="2026-07-10T12:27:23.599" v="2241" actId="1076"/>
          <ac:picMkLst>
            <pc:docMk/>
            <pc:sldMk cId="1320311735" sldId="258"/>
            <ac:picMk id="8" creationId="{C72B8E29-C9CA-11AB-4E79-A97F2AF1373A}"/>
          </ac:picMkLst>
        </pc:picChg>
        <pc:picChg chg="add mod">
          <ac:chgData name="Ridan Alves Balista" userId="79d30274-73c4-4977-a616-36b241ee8db8" providerId="ADAL" clId="{A696E203-E69E-41F6-8CB5-787342EE7228}" dt="2026-07-10T13:26:33.344" v="2608" actId="1076"/>
          <ac:picMkLst>
            <pc:docMk/>
            <pc:sldMk cId="1320311735" sldId="258"/>
            <ac:picMk id="11" creationId="{EB67E1E7-7B22-B417-C55F-5DFC7CF2AA11}"/>
          </ac:picMkLst>
        </pc:picChg>
      </pc:sldChg>
      <pc:sldChg chg="addSp delSp modSp mod">
        <pc:chgData name="Ridan Alves Balista" userId="79d30274-73c4-4977-a616-36b241ee8db8" providerId="ADAL" clId="{A696E203-E69E-41F6-8CB5-787342EE7228}" dt="2026-07-10T16:26:08.920" v="3286" actId="1076"/>
        <pc:sldMkLst>
          <pc:docMk/>
          <pc:sldMk cId="2105618701" sldId="259"/>
        </pc:sldMkLst>
        <pc:spChg chg="del">
          <ac:chgData name="Ridan Alves Balista" userId="79d30274-73c4-4977-a616-36b241ee8db8" providerId="ADAL" clId="{A696E203-E69E-41F6-8CB5-787342EE7228}" dt="2026-07-10T12:38:59.440" v="2430" actId="478"/>
          <ac:spMkLst>
            <pc:docMk/>
            <pc:sldMk cId="2105618701" sldId="259"/>
            <ac:spMk id="2" creationId="{79429ED6-EA65-43C9-4625-01406A8517DF}"/>
          </ac:spMkLst>
        </pc:spChg>
        <pc:spChg chg="add mod">
          <ac:chgData name="Ridan Alves Balista" userId="79d30274-73c4-4977-a616-36b241ee8db8" providerId="ADAL" clId="{A696E203-E69E-41F6-8CB5-787342EE7228}" dt="2026-07-10T16:24:30.040" v="3004" actId="14100"/>
          <ac:spMkLst>
            <pc:docMk/>
            <pc:sldMk cId="2105618701" sldId="259"/>
            <ac:spMk id="5" creationId="{F50495BC-8ACE-60A5-5B3F-AA9818268903}"/>
          </ac:spMkLst>
        </pc:spChg>
        <pc:spChg chg="mod">
          <ac:chgData name="Ridan Alves Balista" userId="79d30274-73c4-4977-a616-36b241ee8db8" providerId="ADAL" clId="{A696E203-E69E-41F6-8CB5-787342EE7228}" dt="2026-07-10T12:42:27.250" v="2606" actId="20577"/>
          <ac:spMkLst>
            <pc:docMk/>
            <pc:sldMk cId="2105618701" sldId="259"/>
            <ac:spMk id="6" creationId="{CDD6928A-0306-7797-0F1B-8DDB55500ED6}"/>
          </ac:spMkLst>
        </pc:spChg>
        <pc:spChg chg="del">
          <ac:chgData name="Ridan Alves Balista" userId="79d30274-73c4-4977-a616-36b241ee8db8" providerId="ADAL" clId="{A696E203-E69E-41F6-8CB5-787342EE7228}" dt="2026-07-10T12:39:02.373" v="2431" actId="478"/>
          <ac:spMkLst>
            <pc:docMk/>
            <pc:sldMk cId="2105618701" sldId="259"/>
            <ac:spMk id="8" creationId="{C1CBB6FB-1EBB-23A7-AD30-698B67B1762E}"/>
          </ac:spMkLst>
        </pc:spChg>
        <pc:spChg chg="del mod">
          <ac:chgData name="Ridan Alves Balista" userId="79d30274-73c4-4977-a616-36b241ee8db8" providerId="ADAL" clId="{A696E203-E69E-41F6-8CB5-787342EE7228}" dt="2026-07-10T12:40:56.686" v="2544" actId="478"/>
          <ac:spMkLst>
            <pc:docMk/>
            <pc:sldMk cId="2105618701" sldId="259"/>
            <ac:spMk id="10" creationId="{9BCF3359-A9BC-0615-E8CB-F6A208CBAA8B}"/>
          </ac:spMkLst>
        </pc:spChg>
        <pc:spChg chg="add mod">
          <ac:chgData name="Ridan Alves Balista" userId="79d30274-73c4-4977-a616-36b241ee8db8" providerId="ADAL" clId="{A696E203-E69E-41F6-8CB5-787342EE7228}" dt="2026-07-10T16:26:08.920" v="3286" actId="1076"/>
          <ac:spMkLst>
            <pc:docMk/>
            <pc:sldMk cId="2105618701" sldId="259"/>
            <ac:spMk id="10" creationId="{AF7D0598-97A4-ABC2-9129-1B1C17AC572A}"/>
          </ac:spMkLst>
        </pc:spChg>
        <pc:spChg chg="del mod">
          <ac:chgData name="Ridan Alves Balista" userId="79d30274-73c4-4977-a616-36b241ee8db8" providerId="ADAL" clId="{A696E203-E69E-41F6-8CB5-787342EE7228}" dt="2026-07-10T12:40:45.196" v="2541" actId="478"/>
          <ac:spMkLst>
            <pc:docMk/>
            <pc:sldMk cId="2105618701" sldId="259"/>
            <ac:spMk id="12" creationId="{317979CE-7420-A53C-7E58-5EFAC52FEB79}"/>
          </ac:spMkLst>
        </pc:spChg>
        <pc:spChg chg="add mod">
          <ac:chgData name="Ridan Alves Balista" userId="79d30274-73c4-4977-a616-36b241ee8db8" providerId="ADAL" clId="{A696E203-E69E-41F6-8CB5-787342EE7228}" dt="2026-07-10T12:39:13.383" v="2436" actId="20577"/>
          <ac:spMkLst>
            <pc:docMk/>
            <pc:sldMk cId="2105618701" sldId="259"/>
            <ac:spMk id="16" creationId="{439E3295-3495-C70E-D093-D65691824432}"/>
          </ac:spMkLst>
        </pc:spChg>
        <pc:picChg chg="add mod">
          <ac:chgData name="Ridan Alves Balista" userId="79d30274-73c4-4977-a616-36b241ee8db8" providerId="ADAL" clId="{A696E203-E69E-41F6-8CB5-787342EE7228}" dt="2026-07-10T16:22:46.867" v="2751" actId="14100"/>
          <ac:picMkLst>
            <pc:docMk/>
            <pc:sldMk cId="2105618701" sldId="259"/>
            <ac:picMk id="3" creationId="{0DE7AA66-A991-7DF0-BBCB-D0559294B758}"/>
          </ac:picMkLst>
        </pc:picChg>
        <pc:picChg chg="del">
          <ac:chgData name="Ridan Alves Balista" userId="79d30274-73c4-4977-a616-36b241ee8db8" providerId="ADAL" clId="{A696E203-E69E-41F6-8CB5-787342EE7228}" dt="2026-07-10T12:39:03.483" v="2432" actId="478"/>
          <ac:picMkLst>
            <pc:docMk/>
            <pc:sldMk cId="2105618701" sldId="259"/>
            <ac:picMk id="3" creationId="{56A8D9BE-5DE4-2392-AE2C-1FD886A168F1}"/>
          </ac:picMkLst>
        </pc:picChg>
        <pc:picChg chg="del mod">
          <ac:chgData name="Ridan Alves Balista" userId="79d30274-73c4-4977-a616-36b241ee8db8" providerId="ADAL" clId="{A696E203-E69E-41F6-8CB5-787342EE7228}" dt="2026-07-10T12:40:41.611" v="2540" actId="478"/>
          <ac:picMkLst>
            <pc:docMk/>
            <pc:sldMk cId="2105618701" sldId="259"/>
            <ac:picMk id="4" creationId="{5E9EF27D-BCF0-F251-196C-997D05CD8C14}"/>
          </ac:picMkLst>
        </pc:picChg>
        <pc:picChg chg="del">
          <ac:chgData name="Ridan Alves Balista" userId="79d30274-73c4-4977-a616-36b241ee8db8" providerId="ADAL" clId="{A696E203-E69E-41F6-8CB5-787342EE7228}" dt="2026-07-10T12:40:58.616" v="2545" actId="478"/>
          <ac:picMkLst>
            <pc:docMk/>
            <pc:sldMk cId="2105618701" sldId="259"/>
            <ac:picMk id="5" creationId="{5BCCB59E-196E-66FD-C690-AB760272F442}"/>
          </ac:picMkLst>
        </pc:picChg>
        <pc:picChg chg="del">
          <ac:chgData name="Ridan Alves Balista" userId="79d30274-73c4-4977-a616-36b241ee8db8" providerId="ADAL" clId="{A696E203-E69E-41F6-8CB5-787342EE7228}" dt="2026-07-10T12:39:04.402" v="2433" actId="478"/>
          <ac:picMkLst>
            <pc:docMk/>
            <pc:sldMk cId="2105618701" sldId="259"/>
            <ac:picMk id="7" creationId="{AF3F9DFA-01D6-2C89-E2BA-DBA5673D2AF6}"/>
          </ac:picMkLst>
        </pc:picChg>
        <pc:picChg chg="add mod">
          <ac:chgData name="Ridan Alves Balista" userId="79d30274-73c4-4977-a616-36b241ee8db8" providerId="ADAL" clId="{A696E203-E69E-41F6-8CB5-787342EE7228}" dt="2026-07-10T16:24:47.875" v="3009" actId="14100"/>
          <ac:picMkLst>
            <pc:docMk/>
            <pc:sldMk cId="2105618701" sldId="259"/>
            <ac:picMk id="8" creationId="{4637EF77-FE27-3487-C159-B6651984CB23}"/>
          </ac:picMkLst>
        </pc:picChg>
        <pc:picChg chg="del">
          <ac:chgData name="Ridan Alves Balista" userId="79d30274-73c4-4977-a616-36b241ee8db8" providerId="ADAL" clId="{A696E203-E69E-41F6-8CB5-787342EE7228}" dt="2026-07-10T12:41:00.300" v="2546" actId="478"/>
          <ac:picMkLst>
            <pc:docMk/>
            <pc:sldMk cId="2105618701" sldId="259"/>
            <ac:picMk id="9" creationId="{A7AD9D03-5B0C-1839-0739-DCF8DB19295F}"/>
          </ac:picMkLst>
        </pc:picChg>
        <pc:picChg chg="del">
          <ac:chgData name="Ridan Alves Balista" userId="79d30274-73c4-4977-a616-36b241ee8db8" providerId="ADAL" clId="{A696E203-E69E-41F6-8CB5-787342EE7228}" dt="2026-07-10T12:40:46.168" v="2542" actId="478"/>
          <ac:picMkLst>
            <pc:docMk/>
            <pc:sldMk cId="2105618701" sldId="259"/>
            <ac:picMk id="11" creationId="{116EC1D3-9B18-98CC-78FA-A7BEE6E1CA1E}"/>
          </ac:picMkLst>
        </pc:picChg>
        <pc:picChg chg="add mod">
          <ac:chgData name="Ridan Alves Balista" userId="79d30274-73c4-4977-a616-36b241ee8db8" providerId="ADAL" clId="{A696E203-E69E-41F6-8CB5-787342EE7228}" dt="2026-07-10T14:51:56.157" v="2740" actId="14100"/>
          <ac:picMkLst>
            <pc:docMk/>
            <pc:sldMk cId="2105618701" sldId="259"/>
            <ac:picMk id="14" creationId="{332B6902-0EB0-88F2-63B0-E085416B7BE3}"/>
          </ac:picMkLst>
        </pc:picChg>
        <pc:inkChg chg="add del">
          <ac:chgData name="Ridan Alves Balista" userId="79d30274-73c4-4977-a616-36b241ee8db8" providerId="ADAL" clId="{A696E203-E69E-41F6-8CB5-787342EE7228}" dt="2026-07-10T12:41:24.932" v="2549" actId="9405"/>
          <ac:inkMkLst>
            <pc:docMk/>
            <pc:sldMk cId="2105618701" sldId="259"/>
            <ac:inkMk id="17" creationId="{0946385E-6C19-7136-53BC-6F54F36E6C29}"/>
          </ac:inkMkLst>
        </pc:inkChg>
        <pc:inkChg chg="add del">
          <ac:chgData name="Ridan Alves Balista" userId="79d30274-73c4-4977-a616-36b241ee8db8" providerId="ADAL" clId="{A696E203-E69E-41F6-8CB5-787342EE7228}" dt="2026-07-10T12:41:34.553" v="2551" actId="9405"/>
          <ac:inkMkLst>
            <pc:docMk/>
            <pc:sldMk cId="2105618701" sldId="259"/>
            <ac:inkMk id="18" creationId="{2D43F510-9431-1ACB-F753-B0EECEB7701F}"/>
          </ac:inkMkLst>
        </pc:inkChg>
        <pc:inkChg chg="add mod">
          <ac:chgData name="Ridan Alves Balista" userId="79d30274-73c4-4977-a616-36b241ee8db8" providerId="ADAL" clId="{A696E203-E69E-41F6-8CB5-787342EE7228}" dt="2026-07-10T14:52:07.643" v="2745" actId="14100"/>
          <ac:inkMkLst>
            <pc:docMk/>
            <pc:sldMk cId="2105618701" sldId="259"/>
            <ac:inkMk id="19" creationId="{90F86D6E-23A5-5625-B5B4-04F178227D48}"/>
          </ac:inkMkLst>
        </pc:inkChg>
      </pc:sldChg>
      <pc:sldChg chg="addSp delSp modSp new del mod">
        <pc:chgData name="Ridan Alves Balista" userId="79d30274-73c4-4977-a616-36b241ee8db8" providerId="ADAL" clId="{A696E203-E69E-41F6-8CB5-787342EE7228}" dt="2026-07-10T12:30:25.439" v="2429" actId="2696"/>
        <pc:sldMkLst>
          <pc:docMk/>
          <pc:sldMk cId="779037525" sldId="260"/>
        </pc:sldMkLst>
        <pc:spChg chg="del">
          <ac:chgData name="Ridan Alves Balista" userId="79d30274-73c4-4977-a616-36b241ee8db8" providerId="ADAL" clId="{A696E203-E69E-41F6-8CB5-787342EE7228}" dt="2026-07-10T11:17:45.460" v="119" actId="478"/>
          <ac:spMkLst>
            <pc:docMk/>
            <pc:sldMk cId="779037525" sldId="260"/>
            <ac:spMk id="2" creationId="{D6F58577-348D-3284-5982-BAA7C5E1DA1D}"/>
          </ac:spMkLst>
        </pc:spChg>
        <pc:spChg chg="del">
          <ac:chgData name="Ridan Alves Balista" userId="79d30274-73c4-4977-a616-36b241ee8db8" providerId="ADAL" clId="{A696E203-E69E-41F6-8CB5-787342EE7228}" dt="2026-07-10T11:17:47.260" v="120" actId="478"/>
          <ac:spMkLst>
            <pc:docMk/>
            <pc:sldMk cId="779037525" sldId="260"/>
            <ac:spMk id="3" creationId="{AFF1FF38-DB81-A766-CE0F-D281A2C6FEC8}"/>
          </ac:spMkLst>
        </pc:spChg>
        <pc:spChg chg="add del">
          <ac:chgData name="Ridan Alves Balista" userId="79d30274-73c4-4977-a616-36b241ee8db8" providerId="ADAL" clId="{A696E203-E69E-41F6-8CB5-787342EE7228}" dt="2026-07-10T12:30:20.294" v="2428" actId="478"/>
          <ac:spMkLst>
            <pc:docMk/>
            <pc:sldMk cId="779037525" sldId="260"/>
            <ac:spMk id="5" creationId="{14F287E5-4810-71B8-70ED-DDF958D25A1A}"/>
          </ac:spMkLst>
        </pc:spChg>
        <pc:spChg chg="add del">
          <ac:chgData name="Ridan Alves Balista" userId="79d30274-73c4-4977-a616-36b241ee8db8" providerId="ADAL" clId="{A696E203-E69E-41F6-8CB5-787342EE7228}" dt="2026-07-10T12:30:06.666" v="2427" actId="478"/>
          <ac:spMkLst>
            <pc:docMk/>
            <pc:sldMk cId="779037525" sldId="260"/>
            <ac:spMk id="7" creationId="{9020625C-EE1C-E9B7-6776-A83506FF2836}"/>
          </ac:spMkLst>
        </pc:spChg>
        <pc:picChg chg="add del mod">
          <ac:chgData name="Ridan Alves Balista" userId="79d30274-73c4-4977-a616-36b241ee8db8" providerId="ADAL" clId="{A696E203-E69E-41F6-8CB5-787342EE7228}" dt="2026-07-10T12:06:11.852" v="1321" actId="21"/>
          <ac:picMkLst>
            <pc:docMk/>
            <pc:sldMk cId="779037525" sldId="260"/>
            <ac:picMk id="9" creationId="{2954DE89-6B74-3D8A-EA44-79F2727BF8E5}"/>
          </ac:picMkLst>
        </pc:picChg>
      </pc:sldChg>
    </pc:docChg>
  </pc:docChgLst>
  <pc:docChgLst>
    <pc:chgData name="Ridan Alves Balista" userId="S::rabalista@sedu.es.gov.br::79d30274-73c4-4977-a616-36b241ee8db8" providerId="AD" clId="Web-{4DF43144-8EFE-7BCB-B1BE-EB254389A5BC}"/>
    <pc:docChg chg="modSld">
      <pc:chgData name="Ridan Alves Balista" userId="S::rabalista@sedu.es.gov.br::79d30274-73c4-4977-a616-36b241ee8db8" providerId="AD" clId="Web-{4DF43144-8EFE-7BCB-B1BE-EB254389A5BC}" dt="2026-07-10T01:55:08.311" v="87" actId="20577"/>
      <pc:docMkLst>
        <pc:docMk/>
      </pc:docMkLst>
      <pc:sldChg chg="modSp">
        <pc:chgData name="Ridan Alves Balista" userId="S::rabalista@sedu.es.gov.br::79d30274-73c4-4977-a616-36b241ee8db8" providerId="AD" clId="Web-{4DF43144-8EFE-7BCB-B1BE-EB254389A5BC}" dt="2026-07-10T01:55:08.311" v="87" actId="20577"/>
        <pc:sldMkLst>
          <pc:docMk/>
          <pc:sldMk cId="2105618701" sldId="259"/>
        </pc:sldMkLst>
        <pc:spChg chg="mod">
          <ac:chgData name="Ridan Alves Balista" userId="S::rabalista@sedu.es.gov.br::79d30274-73c4-4977-a616-36b241ee8db8" providerId="AD" clId="Web-{4DF43144-8EFE-7BCB-B1BE-EB254389A5BC}" dt="2026-07-10T01:55:08.311" v="87" actId="20577"/>
          <ac:spMkLst>
            <pc:docMk/>
            <pc:sldMk cId="2105618701" sldId="259"/>
            <ac:spMk id="12" creationId="{317979CE-7420-A53C-7E58-5EFAC52FEB79}"/>
          </ac:spMkLst>
        </pc:spChg>
      </pc:sldChg>
    </pc:docChg>
  </pc:docChgLst>
  <pc:docChgLst>
    <pc:chgData name="Ridan Alves Balista" userId="S::rabalista@sedu.es.gov.br::79d30274-73c4-4977-a616-36b241ee8db8" providerId="AD" clId="Web-{D614AF2C-2FAF-B530-81B4-9866C85D8C68}"/>
    <pc:docChg chg="modSld">
      <pc:chgData name="Ridan Alves Balista" userId="S::rabalista@sedu.es.gov.br::79d30274-73c4-4977-a616-36b241ee8db8" providerId="AD" clId="Web-{D614AF2C-2FAF-B530-81B4-9866C85D8C68}" dt="2026-07-10T01:32:43.971" v="187" actId="20577"/>
      <pc:docMkLst>
        <pc:docMk/>
      </pc:docMkLst>
      <pc:sldChg chg="addSp modSp">
        <pc:chgData name="Ridan Alves Balista" userId="S::rabalista@sedu.es.gov.br::79d30274-73c4-4977-a616-36b241ee8db8" providerId="AD" clId="Web-{D614AF2C-2FAF-B530-81B4-9866C85D8C68}" dt="2026-07-10T01:32:43.971" v="187" actId="20577"/>
        <pc:sldMkLst>
          <pc:docMk/>
          <pc:sldMk cId="2105618701" sldId="259"/>
        </pc:sldMkLst>
        <pc:spChg chg="add mod">
          <ac:chgData name="Ridan Alves Balista" userId="S::rabalista@sedu.es.gov.br::79d30274-73c4-4977-a616-36b241ee8db8" providerId="AD" clId="Web-{D614AF2C-2FAF-B530-81B4-9866C85D8C68}" dt="2026-07-10T01:32:43.971" v="187" actId="20577"/>
          <ac:spMkLst>
            <pc:docMk/>
            <pc:sldMk cId="2105618701" sldId="259"/>
            <ac:spMk id="12" creationId="{317979CE-7420-A53C-7E58-5EFAC52FEB79}"/>
          </ac:spMkLst>
        </pc:spChg>
        <pc:picChg chg="add mod">
          <ac:chgData name="Ridan Alves Balista" userId="S::rabalista@sedu.es.gov.br::79d30274-73c4-4977-a616-36b241ee8db8" providerId="AD" clId="Web-{D614AF2C-2FAF-B530-81B4-9866C85D8C68}" dt="2026-07-10T01:29:37.464" v="2" actId="1076"/>
          <ac:picMkLst>
            <pc:docMk/>
            <pc:sldMk cId="2105618701" sldId="259"/>
            <ac:picMk id="4" creationId="{5E9EF27D-BCF0-F251-196C-997D05CD8C14}"/>
          </ac:picMkLst>
        </pc:picChg>
        <pc:picChg chg="add mod">
          <ac:chgData name="Ridan Alves Balista" userId="S::rabalista@sedu.es.gov.br::79d30274-73c4-4977-a616-36b241ee8db8" providerId="AD" clId="Web-{D614AF2C-2FAF-B530-81B4-9866C85D8C68}" dt="2026-07-10T01:29:46.026" v="4" actId="1076"/>
          <ac:picMkLst>
            <pc:docMk/>
            <pc:sldMk cId="2105618701" sldId="259"/>
            <ac:picMk id="11" creationId="{116EC1D3-9B18-98CC-78FA-A7BEE6E1CA1E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12:41:48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7118 180 9830,'0'-1'28,"0"0"-1,-1-1 1,1 1-1,-1 0 0,1-1 1,-1 1-1,1 0 1,-1-1-1,0 2 1,1-2-1,-1 1 1,0-1-1,0 2 1,-1-2-1,2 2 1,-1-2-1,-1 2 1,1-2-1,0 2 1,0-1-1,-1 0 1,0 1-1,1-1 1,0 0-1,-1 1 1,1-1-1,-1 1 0,0-1 1,1 1-1,-3 0 1,-6-2 319,-1 0 0,0 1 0,-18 0 0,17 1-129,-508-49 6687,502 47-6700,-445-30 5374,394 29-4874,-328 0-212,251 4-454,74 1-39,-135 22 0,55-4 0,-556 22 0,483-40 0,-164-4 0,239-13 0,20 2 0,-606 3 0,450 12 0,172 0 0,21-1 0,-1-2 0,-142-18 0,157 10 0,-120-3 0,-83 13 0,99 1 0,108-3 0,-138 5 0,183-1 0,-1 0 0,2 2 0,-1 0 0,1 1 0,-30 11 0,-55 14 0,80-24 0,-1 2 0,-38 15 0,30-8 0,10-3 0,-46 22 0,69-28 0,-1-1 0,1 0 0,0 2 0,0-1 0,1 1 0,1 0 0,-15 16 0,14-10 0,0 0 0,1 0 0,1 1 0,0 0 0,1 0 0,2 0 0,0 1 0,-3 27 0,4 12 0,6 65 0,1-26 0,-5 670 0,3-726 0,9 40 0,-2-18 0,-3-30 0,3-1 0,1 0 0,0-1 0,4 1 0,22 36 0,-14-34 0,0 1 0,3-3 0,1 0 0,41 35 0,-60-59 0,1 0 0,-1-1 0,2 0 0,-2-1 0,2 0 0,0 1 0,-1-1 0,1-1 0,1 0 0,15 2 0,6 3 0,59 9 0,-1-1 0,165 6 0,-197-18 0,331 29 0,201 3 0,9-36 0,-255-1 0,5120 2 0,-5267 12 0,-59 0 0,873 1 0,-739-15 0,344 13 0,323 14 0,1-25 0,-405-1 0,1275 1 0,-1722-4 0,-1-3 0,153-27 0,-112 13 0,116-2 44,-57 8-276,498-100-6169,-584 98 7414,171-12 0,-94 14-87,81-17-1768,47-5 1420,-251 32-386,408-46 1976,-308 32-1448,186-2 0,-174 10-2019,259-43-1,-146 14 1697,225-21 737,-217 19-486,-189 25-437,48-12 99,-11 0-423,53-13-348,-171 36 202,-1-1-1,0 1 1,0-2 0,-1 0-1,18-12 1,66-53-972,-75 53 1410,-17 15-310,-1-1-1,0 0 1,0-1 0,-1 1-1,0-1 1,-1 1-1,0-1 1,-1 0-1,1 0 1,-1-1-1,-1 2 1,1-2-1,0-12 1,0-9-426,-2 0-1,-4-39 1,1 10-175,2-26-616,-5-101-782,3 171 1911,-2-1 0,0 1 0,-1-1-1,-1 1 1,0 0 0,-2 0 0,0 1-1,0 0 1,-2 0 0,0 1 0,0 0-1,-2 0 1,-16-12 0,-2 1-205,-1 0 0,-1 3 1,-2 0-1,-62-28 0,80 41 568,0-1 209,1 1 0,-2 0 0,0 1 0,-18-3 0,-312-67 3889,180 41-2036,46 9 171,-144-16 0,36 3-132,67 9-2512,-163-19 479,46 21 122,77 10-127,7-9-119,86 9-7,-189-9 0,-537 25-81,391 5 0,-7475-3 0,7849-3-340,-1-3 1,-70-13 0,-83-6-344,-282 22 1349,271 5-294,89 8-190,5-1 13,123-8-168,0 2 0,1 0 0,-1 0 0,0 1 1,1 2-1,0-1 0,0 1 0,-24 12 0,-14 5 15,-1-2-42,38-13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8E0A4-C025-9450-B707-C2D40ECAF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77B8CD-90F4-8256-16D6-8F79E4D8A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009957-226E-D3D3-B6FB-3B8AE75A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E43764-FDB5-2944-EACA-54A077B78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06F76B-112E-4FE4-343E-20551493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67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93072-D0A7-0861-4C1F-1029E723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04DD8-C1C3-1229-2A30-C23B4E978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47768-3F45-ED4E-5A52-2433D808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B91E8F-DFB8-2070-C7AC-E27AAC2C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5AB7FD-6EEB-8134-843E-B7CDE608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32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75E07-24C4-BFCF-023F-BE97E66F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4E2719-D11E-4DCB-89B5-B9E4205BE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B15C7F-3BCA-8A96-92B6-E2757DBD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8CDC11-2DC8-918A-FC34-85274844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9151FE-CC6D-7B0D-7272-7A0BAE7F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68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D291F-9499-42B4-BDE7-4DE0D2B8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22C510-2E5A-4B2E-B1CA-52EE6619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143E82-77E0-8D5F-448B-D92AF7BB9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6B7D0D-3691-1325-0FDC-2B329BEB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311C55-E427-8862-C242-D7EA5295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8305A7-DAB3-E5F0-295D-EDA0FC1F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91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C5C89-307A-34F0-4ACA-B9D43952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A10E90-080D-F57F-A66C-8AE9EDA0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6B6AEE-902E-9608-DEF8-FEBC79BC1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0306EB-2270-B146-D990-468C891FF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3D2A811-BC2D-9AC4-954E-FD566CBF2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2365146-E942-A642-A808-9632D1A3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CE43DB-B5C6-6493-8E70-2768ABE8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3CFC80F-E7A4-8C98-8ED8-6396D69B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79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B86D7-1A4D-DE0C-EED1-79302CFE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74B34A-2BCB-A944-7174-8BDDBEAC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77D2DF-248E-4262-026A-4326E0C1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36ADBD-A969-A7FE-F202-F29C5BE2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88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58FB85-A1D8-B453-481F-B8571588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5CDF11-0D43-A634-6E87-EFE97D14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5FF757-D723-B6B7-1431-4A556631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09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EC169-3EF5-03CC-0279-1FDDA24D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1CD26-2521-3D17-CA3A-566C0D2B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0B8D91-6D9A-E6E1-C7F5-B8467A242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CAB56F-C0A1-CEB3-88ED-0C57F4B6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7A0118-91BA-466F-7372-F72A57FA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CCE705-FCE7-879B-7EE1-5D185B48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80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079CF-F0B0-8D47-01EC-2FEF4D88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006598-FA73-464F-74F6-7286F4372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87198D-E6B8-C888-1252-2485108C0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B22B4B-D114-BE3F-E9E3-47E17DD7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9AB131-3FA4-E412-E7BA-4200FBD1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CEA25F-3DA6-DA4E-02D0-CD3DCF46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99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EBB7B-8CBE-A3B6-C2C6-BC9E7A73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5F9B6A-0666-30E9-13A1-6DE37F588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01922F-BA97-16F9-8FC5-F284D958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83E0DA-D67F-725A-F1B7-58BB1A86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0BE7C-1C45-46DA-79C9-19011893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72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76171B-34F7-98AD-CE80-255E1E4D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BB44ED-D943-6BFB-1335-E1893E3B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FFD55B-3CC7-9719-8EB4-0E776BB2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944CC7-F54F-61BC-3C69-EBE7DD85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E1696E-D7FC-093C-7765-E4A871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32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9E11C1-1CE9-E4C8-9E54-167013B2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8E1F4F-F1AF-D3DA-C5FC-8E22A1979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FFFD4-848A-54C1-B2CA-4709EC5F8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FE132-F8EF-C64A-84A9-7B097ABAA5E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3BDACC-FC4D-1DBE-FC5D-9848EF5CD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C62A29-5D8D-D789-0993-76A44E0AE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383CD-AF99-B542-B7CB-6200C5AA8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27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D2B940C-C102-DDA2-6AA3-0F372B72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45" y="1023999"/>
            <a:ext cx="3389007" cy="22688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3F9F848-2B58-0CD3-90F9-668E9482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838"/>
            <a:ext cx="444500" cy="482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B4F847-A9DF-E82E-E497-E54A2218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0246"/>
            <a:ext cx="444500" cy="4826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C71FBE0-4B52-7F41-D26D-B6C707CF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00" y="2760461"/>
            <a:ext cx="444500" cy="4826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CEAE03-C0F5-5578-9EA1-563A80B9441C}"/>
              </a:ext>
            </a:extLst>
          </p:cNvPr>
          <p:cNvSpPr txBox="1"/>
          <p:nvPr/>
        </p:nvSpPr>
        <p:spPr>
          <a:xfrm>
            <a:off x="-13300" y="3209302"/>
            <a:ext cx="27889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Dentro dos botões nas categorias  pode-se abrir uma lista de </a:t>
            </a:r>
            <a:r>
              <a:rPr lang="pt-BR" sz="1400" dirty="0" err="1"/>
              <a:t>subbotoes</a:t>
            </a:r>
            <a:r>
              <a:rPr lang="pt-BR" sz="1400" dirty="0"/>
              <a:t> ou subáreas para eu dar um </a:t>
            </a:r>
            <a:r>
              <a:rPr lang="pt-BR" sz="1400" dirty="0" err="1"/>
              <a:t>check</a:t>
            </a:r>
            <a:r>
              <a:rPr lang="pt-BR" sz="1400" dirty="0"/>
              <a:t> box de qual vou escolher.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768D765-E92C-3E61-8FD5-6BA61C9CA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52" y="15818"/>
            <a:ext cx="1765300" cy="50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2978C15-A614-E8C2-E7B1-8A446C6B3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452" y="399247"/>
            <a:ext cx="4295413" cy="242913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43373939-CB9D-AFE6-5CF4-B2A015064464}"/>
              </a:ext>
            </a:extLst>
          </p:cNvPr>
          <p:cNvSpPr txBox="1"/>
          <p:nvPr/>
        </p:nvSpPr>
        <p:spPr>
          <a:xfrm>
            <a:off x="3833506" y="1935740"/>
            <a:ext cx="28324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URL onde esta armazenado o arquivo - opcional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12975C5-6EFD-AC4C-0F6A-C882B5713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42" y="1937134"/>
            <a:ext cx="1216185" cy="24622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B49FF0F-F6C9-EA6C-E703-172D85826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651" y="1343350"/>
            <a:ext cx="4108482" cy="85784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9F564C9-FD79-0C34-3F98-AFB88B1DB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9534" y="4727979"/>
            <a:ext cx="6232290" cy="164157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84E74BB2-EA56-F49C-FB1E-97D87C2112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3349" y="3561443"/>
            <a:ext cx="4290302" cy="525854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68E8B854-D102-6192-696C-B7FC4EF21DE2}"/>
              </a:ext>
            </a:extLst>
          </p:cNvPr>
          <p:cNvSpPr/>
          <p:nvPr/>
        </p:nvSpPr>
        <p:spPr>
          <a:xfrm>
            <a:off x="-103877" y="53009"/>
            <a:ext cx="202851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Imagem 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B0D2F9-E652-CAC6-70A9-649609BC9261}"/>
              </a:ext>
            </a:extLst>
          </p:cNvPr>
          <p:cNvSpPr txBox="1"/>
          <p:nvPr/>
        </p:nvSpPr>
        <p:spPr>
          <a:xfrm>
            <a:off x="6025018" y="1577820"/>
            <a:ext cx="109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Nome </a:t>
            </a:r>
            <a:r>
              <a:rPr lang="pt-BR" sz="1000" dirty="0" err="1"/>
              <a:t>Url</a:t>
            </a:r>
            <a:r>
              <a:rPr lang="pt-BR" sz="1000" dirty="0"/>
              <a:t> amigável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68DB8834-64E3-E64B-CAF0-7887F621C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42" y="1613812"/>
            <a:ext cx="1216185" cy="24622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736AF159-0D82-E9A7-BBC4-91B4F454CAA0}"/>
              </a:ext>
            </a:extLst>
          </p:cNvPr>
          <p:cNvSpPr txBox="1"/>
          <p:nvPr/>
        </p:nvSpPr>
        <p:spPr>
          <a:xfrm>
            <a:off x="277318" y="544145"/>
            <a:ext cx="12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Lado esquerdo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EE1EDED-9EF9-8FFA-3282-1F42098BBA0F}"/>
              </a:ext>
            </a:extLst>
          </p:cNvPr>
          <p:cNvSpPr txBox="1"/>
          <p:nvPr/>
        </p:nvSpPr>
        <p:spPr>
          <a:xfrm>
            <a:off x="5881158" y="76120"/>
            <a:ext cx="12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Lado direito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95D6B55-7F2C-60C3-080E-9E66D788D8DE}"/>
              </a:ext>
            </a:extLst>
          </p:cNvPr>
          <p:cNvSpPr/>
          <p:nvPr/>
        </p:nvSpPr>
        <p:spPr>
          <a:xfrm>
            <a:off x="3733452" y="2243462"/>
            <a:ext cx="4295413" cy="5120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825C79-1036-3BB3-0A7D-63FBB2F248D8}"/>
              </a:ext>
            </a:extLst>
          </p:cNvPr>
          <p:cNvSpPr txBox="1"/>
          <p:nvPr/>
        </p:nvSpPr>
        <p:spPr>
          <a:xfrm>
            <a:off x="3733452" y="2207733"/>
            <a:ext cx="429541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A ordem se refere sempre da esquerda para direita o que já esta dentro dos botões onde esse Anexo ou </a:t>
            </a:r>
            <a:r>
              <a:rPr lang="pt-BR" sz="1050" dirty="0" err="1"/>
              <a:t>url</a:t>
            </a:r>
            <a:r>
              <a:rPr lang="pt-BR" sz="1050" dirty="0"/>
              <a:t> vai ser localizado, preciso de um campo para colocar um Nome amigável da </a:t>
            </a:r>
            <a:r>
              <a:rPr lang="pt-BR" sz="1050" dirty="0" err="1"/>
              <a:t>Url</a:t>
            </a:r>
            <a:r>
              <a:rPr lang="pt-BR" sz="1050" dirty="0"/>
              <a:t> para apresentar no site.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F5BA532-7AB6-12E6-E8D2-4BBB3356108E}"/>
              </a:ext>
            </a:extLst>
          </p:cNvPr>
          <p:cNvSpPr txBox="1"/>
          <p:nvPr/>
        </p:nvSpPr>
        <p:spPr>
          <a:xfrm>
            <a:off x="3741873" y="2920761"/>
            <a:ext cx="4295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Dentro deste campo também vai existir uma área escrito Post e o que eu escrever aqui pode aparecer acima dos botões e se possuir botões de subárea abaixo dele um texto que eu digitar dentro deste campo Post veja o exemplo.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5259816-CE96-852A-C61D-812E9D737627}"/>
              </a:ext>
            </a:extLst>
          </p:cNvPr>
          <p:cNvSpPr txBox="1"/>
          <p:nvPr/>
        </p:nvSpPr>
        <p:spPr>
          <a:xfrm>
            <a:off x="3789534" y="4187843"/>
            <a:ext cx="4668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Ainda dentro desta posso escolher se quero anexar arquivos dentro de botões ou </a:t>
            </a:r>
            <a:r>
              <a:rPr lang="pt-BR" sz="1000" dirty="0" err="1"/>
              <a:t>subbotoes</a:t>
            </a:r>
            <a:r>
              <a:rPr lang="pt-BR" sz="1000" dirty="0"/>
              <a:t> ou subáreas de vários anexos e formatos um embaixo do outro na ordem que eu escolher e com o nome que eu escolher como posso remover com a opção do lado que vai existir. 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6224A23-E2CC-1A45-D725-97B1872EC333}"/>
              </a:ext>
            </a:extLst>
          </p:cNvPr>
          <p:cNvSpPr txBox="1"/>
          <p:nvPr/>
        </p:nvSpPr>
        <p:spPr>
          <a:xfrm>
            <a:off x="8037286" y="866365"/>
            <a:ext cx="372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Posso escolher a aparência do novo botão, </a:t>
            </a:r>
            <a:r>
              <a:rPr lang="pt-BR" sz="1200" dirty="0" err="1"/>
              <a:t>subbotao</a:t>
            </a:r>
            <a:r>
              <a:rPr lang="pt-BR" sz="1200" dirty="0"/>
              <a:t> ou subárea ou deixar o site decidir automático.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F6590B2-750D-4220-DE32-40C60AEF333B}"/>
              </a:ext>
            </a:extLst>
          </p:cNvPr>
          <p:cNvSpPr txBox="1"/>
          <p:nvPr/>
        </p:nvSpPr>
        <p:spPr>
          <a:xfrm>
            <a:off x="8355084" y="2257784"/>
            <a:ext cx="3721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Aqui também posso editar nome do botão posso escolher a fonte a cor o tamanho da letra centralizado, esquerda ou direita e ate colocar um </a:t>
            </a:r>
            <a:r>
              <a:rPr lang="pt-BR" sz="1200" dirty="0" err="1"/>
              <a:t>icone</a:t>
            </a:r>
            <a:r>
              <a:rPr lang="pt-BR" sz="1200" dirty="0"/>
              <a:t> diferente no botão crie isso aqui neste campo de </a:t>
            </a:r>
            <a:r>
              <a:rPr lang="pt-BR" sz="1200" dirty="0" err="1"/>
              <a:t>botoes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140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6EBE-66AE-AEAF-01FC-7E02AC20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429B56-F2D8-56F6-1AED-CF61510C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514" y="730084"/>
            <a:ext cx="9492926" cy="30277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2E0772F-7B22-BEC0-9D41-28CBE31212A1}"/>
              </a:ext>
            </a:extLst>
          </p:cNvPr>
          <p:cNvSpPr txBox="1"/>
          <p:nvPr/>
        </p:nvSpPr>
        <p:spPr>
          <a:xfrm>
            <a:off x="1792224" y="64564"/>
            <a:ext cx="103997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Essa função publicação e agendamento também não pode faltar nas opções do lado esquerdo do painel admin e ao marcar o  </a:t>
            </a:r>
            <a:r>
              <a:rPr lang="pt-BR" sz="1100" dirty="0" err="1"/>
              <a:t>checkbox</a:t>
            </a:r>
            <a:r>
              <a:rPr lang="pt-BR" sz="1100" dirty="0"/>
              <a:t>, quando eu escolher o botão ou </a:t>
            </a:r>
          </a:p>
          <a:p>
            <a:r>
              <a:rPr lang="pt-BR" sz="1100" dirty="0" err="1"/>
              <a:t>subbotao</a:t>
            </a:r>
            <a:r>
              <a:rPr lang="pt-BR" sz="1100" dirty="0"/>
              <a:t> ou subárea que vai receber todas as alterações e recursos  e por favor abaixo do </a:t>
            </a:r>
            <a:r>
              <a:rPr lang="pt-BR" sz="1100" dirty="0" err="1"/>
              <a:t>checkbox</a:t>
            </a:r>
            <a:r>
              <a:rPr lang="pt-BR" sz="1100" dirty="0"/>
              <a:t> aparecer em conteúdos recentes colocar </a:t>
            </a:r>
          </a:p>
          <a:p>
            <a:r>
              <a:rPr lang="pt-BR" sz="1100" dirty="0"/>
              <a:t>Um </a:t>
            </a:r>
            <a:r>
              <a:rPr lang="pt-BR" sz="1100" dirty="0" err="1"/>
              <a:t>checkbox</a:t>
            </a:r>
            <a:r>
              <a:rPr lang="pt-BR" sz="1100" dirty="0"/>
              <a:t> para o botão ficar vibrante pulsante.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83800E-B1C8-C139-3837-A9956401F8E6}"/>
              </a:ext>
            </a:extLst>
          </p:cNvPr>
          <p:cNvSpPr txBox="1"/>
          <p:nvPr/>
        </p:nvSpPr>
        <p:spPr>
          <a:xfrm>
            <a:off x="1418898" y="5765485"/>
            <a:ext cx="104972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Veja esse exemplo também eu posso além de criar botões dentro dos botões principais quando marco o </a:t>
            </a:r>
            <a:r>
              <a:rPr lang="pt-BR" sz="1100" dirty="0" err="1"/>
              <a:t>checkbox</a:t>
            </a:r>
            <a:r>
              <a:rPr lang="pt-BR" sz="1100" dirty="0"/>
              <a:t> escolher essas opções e todas que </a:t>
            </a:r>
          </a:p>
          <a:p>
            <a:r>
              <a:rPr lang="pt-BR" sz="1100" dirty="0"/>
              <a:t>Anexei aqui nestes slides e posso escolher criar também vou - chamar de criar </a:t>
            </a:r>
            <a:r>
              <a:rPr lang="pt-BR" sz="1100" dirty="0" err="1"/>
              <a:t>subbotoes</a:t>
            </a:r>
            <a:r>
              <a:rPr lang="pt-BR" sz="1100" dirty="0"/>
              <a:t> -  veja o exemplo acima e também escrevendo o nome destes  e editando </a:t>
            </a:r>
          </a:p>
          <a:p>
            <a:r>
              <a:rPr lang="pt-BR" sz="1100" dirty="0"/>
              <a:t>e colocando dentro destes  </a:t>
            </a:r>
            <a:r>
              <a:rPr lang="pt-BR" sz="1100" dirty="0" err="1"/>
              <a:t>Subbotoes</a:t>
            </a:r>
            <a:r>
              <a:rPr lang="pt-BR" sz="1100" dirty="0"/>
              <a:t> tudo que também esta nestes slides, ou seja os </a:t>
            </a:r>
            <a:r>
              <a:rPr lang="pt-BR" sz="1100" dirty="0" err="1"/>
              <a:t>subbotoes</a:t>
            </a:r>
            <a:r>
              <a:rPr lang="pt-BR" sz="1100" dirty="0"/>
              <a:t> também </a:t>
            </a:r>
            <a:r>
              <a:rPr lang="pt-BR" sz="1100" dirty="0" err="1"/>
              <a:t>vao</a:t>
            </a:r>
            <a:r>
              <a:rPr lang="pt-BR" sz="1100" dirty="0"/>
              <a:t> poder conter tudo que eu escolher.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9B1567-A1FB-21E2-FE56-F80BD0BA497E}"/>
              </a:ext>
            </a:extLst>
          </p:cNvPr>
          <p:cNvSpPr/>
          <p:nvPr/>
        </p:nvSpPr>
        <p:spPr>
          <a:xfrm>
            <a:off x="-137160" y="127136"/>
            <a:ext cx="202851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Imagem </a:t>
            </a:r>
            <a:r>
              <a:rPr lang="pt-BR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</a:t>
            </a:r>
            <a:endParaRPr lang="pt-BR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3619EF94-6127-F62E-3F1C-295E3612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52" y="4373091"/>
            <a:ext cx="4619625" cy="63817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C1F20BE3-A90F-EA16-8889-1AAA2AA7FE5D}"/>
              </a:ext>
            </a:extLst>
          </p:cNvPr>
          <p:cNvSpPr txBox="1"/>
          <p:nvPr/>
        </p:nvSpPr>
        <p:spPr>
          <a:xfrm>
            <a:off x="2155352" y="3742598"/>
            <a:ext cx="7098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Aqui é o processo final quando clicar em salvar tudo que eu selecionar nestas opções de painel da esquerda que inclusive essa opção de publicação ficou nesta imagem 2 por não conter espaço na imagem 1, mas esse painel faz parte de todo o processo que se encontra na imagem 1 é uma sequencia que os </a:t>
            </a:r>
            <a:r>
              <a:rPr lang="pt-BR" sz="1100" dirty="0" err="1"/>
              <a:t>botoes</a:t>
            </a:r>
            <a:r>
              <a:rPr lang="pt-BR" sz="1100" dirty="0"/>
              <a:t> selecionados vão receber de conteúdos e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286008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BDD6-5301-3F61-5014-3979A126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03E99A7-FC51-423A-B885-95F8BD99CDDF}"/>
              </a:ext>
            </a:extLst>
          </p:cNvPr>
          <p:cNvSpPr txBox="1"/>
          <p:nvPr/>
        </p:nvSpPr>
        <p:spPr>
          <a:xfrm>
            <a:off x="0" y="528371"/>
            <a:ext cx="107869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Dento do login do admin  vou ver todo o conteúdo que anexei dentro de cada botão e </a:t>
            </a:r>
            <a:r>
              <a:rPr lang="pt-BR" sz="1100" dirty="0" err="1"/>
              <a:t>subbotao</a:t>
            </a:r>
            <a:r>
              <a:rPr lang="pt-BR" sz="1100" dirty="0"/>
              <a:t> e </a:t>
            </a:r>
            <a:r>
              <a:rPr lang="pt-BR" sz="1100" dirty="0" err="1"/>
              <a:t>subarea</a:t>
            </a:r>
            <a:r>
              <a:rPr lang="pt-BR" sz="1100" dirty="0"/>
              <a:t>  </a:t>
            </a:r>
          </a:p>
          <a:p>
            <a:r>
              <a:rPr lang="pt-BR" sz="1100" dirty="0"/>
              <a:t>podendo ter essas opções da imagem exemplo. Essa parte crie outro acesso no conteúdo admin com novo botão nome - </a:t>
            </a:r>
            <a:r>
              <a:rPr lang="pt-BR" sz="1100" dirty="0" err="1"/>
              <a:t>Conteudo</a:t>
            </a:r>
            <a:r>
              <a:rPr lang="pt-BR" sz="1100" dirty="0"/>
              <a:t> para modificar ou configurar. para eu ver a </a:t>
            </a:r>
          </a:p>
          <a:p>
            <a:r>
              <a:rPr lang="pt-BR" sz="1100" dirty="0"/>
              <a:t>área do site e seus conteúdos para gerenciar desta forma abaixo.</a:t>
            </a:r>
          </a:p>
          <a:p>
            <a:endParaRPr lang="pt-BR" sz="1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10BA2F-3798-E614-ED3B-ECF5F90E0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41" y="1484853"/>
            <a:ext cx="9598786" cy="300226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6363C46-854C-07C3-6D9C-79CBADA0F8A9}"/>
              </a:ext>
            </a:extLst>
          </p:cNvPr>
          <p:cNvSpPr txBox="1"/>
          <p:nvPr/>
        </p:nvSpPr>
        <p:spPr>
          <a:xfrm>
            <a:off x="488058" y="4528966"/>
            <a:ext cx="66351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Posso ter aqui uma opções selecionar todos ou selecionar o que eu quero no </a:t>
            </a:r>
            <a:r>
              <a:rPr lang="pt-BR" sz="1100" dirty="0" err="1"/>
              <a:t>check</a:t>
            </a:r>
            <a:r>
              <a:rPr lang="pt-BR" sz="1100" dirty="0"/>
              <a:t> box e depois clicar em </a:t>
            </a:r>
          </a:p>
          <a:p>
            <a:endParaRPr lang="pt-BR" sz="11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2B8E29-C9CA-11AB-4E79-A97F2AF13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715" y="4423855"/>
            <a:ext cx="1130300" cy="7493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833C774-C984-165E-2E77-BF9CDB8902AB}"/>
              </a:ext>
            </a:extLst>
          </p:cNvPr>
          <p:cNvSpPr txBox="1"/>
          <p:nvPr/>
        </p:nvSpPr>
        <p:spPr>
          <a:xfrm>
            <a:off x="6665206" y="5001703"/>
            <a:ext cx="5033750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E removendo ele sai de todos os vínculos </a:t>
            </a:r>
          </a:p>
          <a:p>
            <a:r>
              <a:rPr lang="pt-BR" sz="1100" dirty="0"/>
              <a:t>Que ele possuía no site e nos botões e </a:t>
            </a:r>
            <a:r>
              <a:rPr lang="pt-BR" sz="1100" dirty="0" err="1"/>
              <a:t>sub-botões</a:t>
            </a:r>
            <a:r>
              <a:rPr lang="pt-BR" sz="1100" dirty="0"/>
              <a:t> e </a:t>
            </a:r>
            <a:r>
              <a:rPr lang="pt-BR" sz="1100" dirty="0" err="1"/>
              <a:t>subareas</a:t>
            </a:r>
            <a:endParaRPr lang="pt-BR" sz="1100" dirty="0"/>
          </a:p>
          <a:p>
            <a:r>
              <a:rPr lang="pt-BR" sz="1100" dirty="0"/>
              <a:t>Como também ao clicar em remover ele pode me fornecer </a:t>
            </a:r>
          </a:p>
          <a:p>
            <a:r>
              <a:rPr lang="pt-BR" sz="1100" dirty="0"/>
              <a:t>Uma caixa de sim ou não se quero excluir o botão ou </a:t>
            </a:r>
            <a:r>
              <a:rPr lang="pt-BR" sz="1100" dirty="0" err="1"/>
              <a:t>sub-botão</a:t>
            </a:r>
            <a:r>
              <a:rPr lang="pt-BR" sz="1100" dirty="0"/>
              <a:t> ou subárea que </a:t>
            </a:r>
          </a:p>
          <a:p>
            <a:r>
              <a:rPr lang="pt-BR" sz="1100" dirty="0"/>
              <a:t>Este conteúdo faz parte.</a:t>
            </a:r>
          </a:p>
          <a:p>
            <a:r>
              <a:rPr lang="pt-BR" sz="1100"/>
              <a:t> </a:t>
            </a:r>
            <a:r>
              <a:rPr lang="pt-BR" sz="1100" dirty="0"/>
              <a:t>O botão </a:t>
            </a:r>
            <a:r>
              <a:rPr lang="pt-BR" sz="1100"/>
              <a:t>salvar é </a:t>
            </a:r>
            <a:r>
              <a:rPr lang="pt-BR" sz="1100" dirty="0"/>
              <a:t>somente se eu escolher os </a:t>
            </a:r>
            <a:r>
              <a:rPr lang="pt-BR" sz="1100" dirty="0" err="1"/>
              <a:t>checkbox</a:t>
            </a:r>
            <a:endParaRPr lang="pt-BR" sz="1100" dirty="0"/>
          </a:p>
          <a:p>
            <a:r>
              <a:rPr lang="pt-BR" sz="1100" dirty="0"/>
              <a:t>De destaque na home </a:t>
            </a:r>
            <a:r>
              <a:rPr lang="pt-BR" sz="1100" dirty="0" err="1"/>
              <a:t>page</a:t>
            </a:r>
            <a:r>
              <a:rPr lang="pt-BR" sz="1100" dirty="0"/>
              <a:t>, aparecer em conteúdos recentes, e ordem.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D8B996-3AAC-6CF2-028F-C8942932C980}"/>
              </a:ext>
            </a:extLst>
          </p:cNvPr>
          <p:cNvSpPr/>
          <p:nvPr/>
        </p:nvSpPr>
        <p:spPr>
          <a:xfrm>
            <a:off x="91440" y="17920"/>
            <a:ext cx="202851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Imagem 3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B67E1E7-7B22-B417-C55F-5DFC7CF2A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53" y="4528966"/>
            <a:ext cx="7429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1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E7B7-68C8-4F4C-9765-A3845438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DD6928A-0306-7797-0F1B-8DDB55500ED6}"/>
              </a:ext>
            </a:extLst>
          </p:cNvPr>
          <p:cNvSpPr txBox="1"/>
          <p:nvPr/>
        </p:nvSpPr>
        <p:spPr>
          <a:xfrm>
            <a:off x="180677" y="586116"/>
            <a:ext cx="37597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Referência para entender quando falo, por exemplo,  subáreas  </a:t>
            </a:r>
            <a:r>
              <a:rPr lang="pt-BR" sz="1100" dirty="0" err="1"/>
              <a:t>botoes</a:t>
            </a:r>
            <a:r>
              <a:rPr lang="pt-BR" sz="1100" dirty="0"/>
              <a:t> a serem criados dentro dos </a:t>
            </a:r>
            <a:r>
              <a:rPr lang="pt-BR" sz="1100" dirty="0" err="1"/>
              <a:t>botoes</a:t>
            </a:r>
            <a:r>
              <a:rPr lang="pt-BR" sz="1100" dirty="0"/>
              <a:t> ou </a:t>
            </a:r>
            <a:r>
              <a:rPr lang="pt-BR" sz="1100" dirty="0" err="1"/>
              <a:t>subbotoes</a:t>
            </a:r>
            <a:endParaRPr lang="pt-BR" sz="1100" dirty="0"/>
          </a:p>
          <a:p>
            <a:endParaRPr lang="pt-BR" sz="11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32B6902-0EB0-88F2-63B0-E085416B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7" y="1263554"/>
            <a:ext cx="7573435" cy="1841774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439E3295-3495-C70E-D093-D65691824432}"/>
              </a:ext>
            </a:extLst>
          </p:cNvPr>
          <p:cNvSpPr/>
          <p:nvPr/>
        </p:nvSpPr>
        <p:spPr>
          <a:xfrm>
            <a:off x="91440" y="17920"/>
            <a:ext cx="202851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Imagem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90F86D6E-23A5-5625-B5B4-04F178227D48}"/>
                  </a:ext>
                </a:extLst>
              </p14:cNvPr>
              <p14:cNvContentPartPr/>
              <p14:nvPr/>
            </p14:nvContentPartPr>
            <p14:xfrm>
              <a:off x="244684" y="2267712"/>
              <a:ext cx="7573436" cy="837616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90F86D6E-23A5-5625-B5B4-04F178227D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684" y="2249706"/>
                <a:ext cx="7609077" cy="87326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0DE7AA66-A991-7DF0-BBCB-D0559294B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" y="3200029"/>
            <a:ext cx="4790446" cy="34907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50495BC-8ACE-60A5-5B3F-AA9818268903}"/>
              </a:ext>
            </a:extLst>
          </p:cNvPr>
          <p:cNvSpPr txBox="1"/>
          <p:nvPr/>
        </p:nvSpPr>
        <p:spPr>
          <a:xfrm>
            <a:off x="4923365" y="3313406"/>
            <a:ext cx="21998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Dentro do novo painel administrativo quero essa opção de adicionar um novo banner na parte superior da home </a:t>
            </a:r>
            <a:r>
              <a:rPr lang="pt-BR" sz="1100" dirty="0" err="1"/>
              <a:t>page</a:t>
            </a:r>
            <a:r>
              <a:rPr lang="pt-BR" sz="1100" dirty="0"/>
              <a:t> que vai alinhar de forma automática aquela área existente na pagina inicial do site.</a:t>
            </a:r>
          </a:p>
          <a:p>
            <a:endParaRPr lang="pt-BR" sz="11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37EF77-FE27-3487-C159-B6651984C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081" y="17920"/>
            <a:ext cx="4325200" cy="461808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F7D0598-97A4-ABC2-9129-1B1C17AC572A}"/>
              </a:ext>
            </a:extLst>
          </p:cNvPr>
          <p:cNvSpPr txBox="1"/>
          <p:nvPr/>
        </p:nvSpPr>
        <p:spPr>
          <a:xfrm>
            <a:off x="8120717" y="4570481"/>
            <a:ext cx="219981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/>
              <a:t>Tambem</a:t>
            </a:r>
            <a:r>
              <a:rPr lang="pt-BR" sz="1100" dirty="0"/>
              <a:t> quero esse recurso de colocar cartazes no meio do meu site nos tamanhos que escolher e hoje já existe a regra de ele não extrapolar as bordas superior e inferior do site.</a:t>
            </a:r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05618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684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Ridan Alves Balista</dc:creator>
  <cp:lastModifiedBy>Ridan Alves Balista</cp:lastModifiedBy>
  <cp:revision>56</cp:revision>
  <dcterms:created xsi:type="dcterms:W3CDTF">2026-07-08T23:03:25Z</dcterms:created>
  <dcterms:modified xsi:type="dcterms:W3CDTF">2026-07-10T16:26:09Z</dcterms:modified>
</cp:coreProperties>
</file>